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300" r:id="rId3"/>
    <p:sldId id="257" r:id="rId4"/>
    <p:sldId id="258" r:id="rId5"/>
    <p:sldId id="259" r:id="rId6"/>
    <p:sldId id="260" r:id="rId7"/>
    <p:sldId id="261" r:id="rId8"/>
    <p:sldId id="262" r:id="rId9"/>
    <p:sldId id="273" r:id="rId10"/>
    <p:sldId id="303" r:id="rId11"/>
    <p:sldId id="270" r:id="rId12"/>
    <p:sldId id="271" r:id="rId13"/>
    <p:sldId id="274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302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299" r:id="rId38"/>
    <p:sldId id="301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21E89A-6C49-43BD-B852-B2BCDDA90346}" v="306" dt="2026-10-04T09:29:48.175"/>
    <p1510:client id="{6FC7C84E-70DC-4934-836E-A16345CEECA4}" v="128" dt="2026-10-04T10:31:24.389"/>
    <p1510:client id="{B9CF5F32-4803-44C5-B593-A4FC739AAFA8}" v="45" dt="2026-10-05T07:05:48.3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64" d="100"/>
          <a:sy n="64" d="100"/>
        </p:scale>
        <p:origin x="9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Relationship Id="rId4" Type="http://schemas.openxmlformats.org/officeDocument/2006/relationships/image" Target="../media/image7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1CD39C8-11C7-4F57-9AE6-E2F426019CD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8DADCF3-44E4-4628-AB03-268715D5EF15}">
      <dgm:prSet/>
      <dgm:spPr/>
      <dgm:t>
        <a:bodyPr/>
        <a:lstStyle/>
        <a:p>
          <a:pPr algn="ctr" rtl="0">
            <a:lnSpc>
              <a:spcPct val="90000"/>
            </a:lnSpc>
            <a:defRPr cap="all"/>
          </a:pPr>
          <a:r>
            <a:rPr lang="en-US" sz="3200" b="1" dirty="0">
              <a:latin typeface="Aptos"/>
              <a:ea typeface="+mn-ea"/>
              <a:cs typeface="+mn-cs"/>
            </a:rPr>
            <a:t>1- Unsatisfied  </a:t>
          </a:r>
          <a:r>
            <a:rPr lang="en-US" sz="3200" b="0" dirty="0">
              <a:latin typeface="Aptos"/>
              <a:ea typeface="+mn-ea"/>
              <a:cs typeface="+mn-cs"/>
            </a:rPr>
            <a:t>(score</a:t>
          </a:r>
          <a:r>
            <a:rPr lang="en-US" sz="3200" b="1" dirty="0">
              <a:latin typeface="Aptos"/>
              <a:ea typeface="+mn-ea"/>
              <a:cs typeface="+mn-cs"/>
            </a:rPr>
            <a:t> </a:t>
          </a:r>
          <a:r>
            <a:rPr lang="en-US" sz="3200" b="0" dirty="0">
              <a:latin typeface="Aptos"/>
              <a:ea typeface="+mn-ea"/>
              <a:cs typeface="+mn-cs"/>
            </a:rPr>
            <a:t>1 &amp; 2)</a:t>
          </a:r>
        </a:p>
      </dgm:t>
    </dgm:pt>
    <dgm:pt modelId="{6DFECA60-D963-45FB-945F-C0AD35065CC7}" type="parTrans" cxnId="{E48D4E3B-BBDF-4B63-A507-B61E1ED02610}">
      <dgm:prSet/>
      <dgm:spPr/>
      <dgm:t>
        <a:bodyPr/>
        <a:lstStyle/>
        <a:p>
          <a:endParaRPr lang="en-US"/>
        </a:p>
      </dgm:t>
    </dgm:pt>
    <dgm:pt modelId="{885F3B96-E85B-4E51-AD00-AADACB810657}" type="sibTrans" cxnId="{E48D4E3B-BBDF-4B63-A507-B61E1ED02610}">
      <dgm:prSet/>
      <dgm:spPr/>
      <dgm:t>
        <a:bodyPr/>
        <a:lstStyle/>
        <a:p>
          <a:endParaRPr lang="en-US"/>
        </a:p>
      </dgm:t>
    </dgm:pt>
    <dgm:pt modelId="{C09EC08C-1D3C-48D4-AAFF-1C928C1374EE}">
      <dgm:prSet/>
      <dgm:spPr/>
      <dgm:t>
        <a:bodyPr/>
        <a:lstStyle/>
        <a:p>
          <a:pPr algn="ctr" rtl="0">
            <a:lnSpc>
              <a:spcPct val="90000"/>
            </a:lnSpc>
            <a:defRPr cap="all"/>
          </a:pPr>
          <a:r>
            <a:rPr lang="en-US" sz="3200" b="1" dirty="0">
              <a:latin typeface="Aptos" panose="02110004020202020204"/>
              <a:ea typeface="+mn-ea"/>
              <a:cs typeface="+mn-cs"/>
            </a:rPr>
            <a:t>2- Neutral </a:t>
          </a:r>
          <a:r>
            <a:rPr lang="en-US" sz="3200" dirty="0">
              <a:latin typeface="Calibri"/>
              <a:ea typeface="Calibri"/>
              <a:cs typeface="Calibri"/>
            </a:rPr>
            <a:t>(score 3)</a:t>
          </a:r>
          <a:endParaRPr lang="en-US" sz="3200" dirty="0">
            <a:latin typeface="Aptos" panose="02110004020202020204"/>
            <a:ea typeface="+mn-ea"/>
            <a:cs typeface="+mn-cs"/>
          </a:endParaRPr>
        </a:p>
      </dgm:t>
    </dgm:pt>
    <dgm:pt modelId="{44212DA0-F167-4225-B309-403A274A9F52}" type="parTrans" cxnId="{4D5A62D4-AD17-4CCE-9997-8A964B0F269C}">
      <dgm:prSet/>
      <dgm:spPr/>
      <dgm:t>
        <a:bodyPr/>
        <a:lstStyle/>
        <a:p>
          <a:endParaRPr lang="en-US"/>
        </a:p>
      </dgm:t>
    </dgm:pt>
    <dgm:pt modelId="{9ACCBE20-8652-483A-AC02-EEEBAFA6568B}" type="sibTrans" cxnId="{4D5A62D4-AD17-4CCE-9997-8A964B0F269C}">
      <dgm:prSet/>
      <dgm:spPr/>
      <dgm:t>
        <a:bodyPr/>
        <a:lstStyle/>
        <a:p>
          <a:endParaRPr lang="en-US"/>
        </a:p>
      </dgm:t>
    </dgm:pt>
    <dgm:pt modelId="{AA4C5264-CA6E-4B88-B6F7-03B0CAED397C}">
      <dgm:prSet/>
      <dgm:spPr/>
      <dgm:t>
        <a:bodyPr/>
        <a:lstStyle/>
        <a:p>
          <a:pPr algn="ctr" rtl="0">
            <a:lnSpc>
              <a:spcPct val="90000"/>
            </a:lnSpc>
            <a:defRPr cap="all"/>
          </a:pPr>
          <a:r>
            <a:rPr lang="en-US" sz="3200" b="1" dirty="0">
              <a:latin typeface="Aptos" panose="02110004020202020204"/>
              <a:ea typeface="+mn-ea"/>
              <a:cs typeface="+mn-cs"/>
            </a:rPr>
            <a:t>3- Satisfied </a:t>
          </a:r>
          <a:r>
            <a:rPr lang="en-US" sz="3200" dirty="0">
              <a:latin typeface="Calibri"/>
              <a:ea typeface="Calibri"/>
              <a:cs typeface="Calibri"/>
            </a:rPr>
            <a:t>(score 4 &amp; 5)</a:t>
          </a:r>
          <a:endParaRPr lang="en-US" sz="3200" dirty="0">
            <a:latin typeface="Aptos" panose="02110004020202020204"/>
            <a:ea typeface="+mn-ea"/>
            <a:cs typeface="+mn-cs"/>
          </a:endParaRPr>
        </a:p>
      </dgm:t>
    </dgm:pt>
    <dgm:pt modelId="{024872E3-6DED-4067-B7AA-FE8E2EBA288C}" type="parTrans" cxnId="{AEF9AC21-C625-4A8F-8B32-609D531D430D}">
      <dgm:prSet/>
      <dgm:spPr/>
      <dgm:t>
        <a:bodyPr/>
        <a:lstStyle/>
        <a:p>
          <a:endParaRPr lang="en-US"/>
        </a:p>
      </dgm:t>
    </dgm:pt>
    <dgm:pt modelId="{58118E77-5D00-4DB6-8F8E-F0F0B4C8F3A7}" type="sibTrans" cxnId="{AEF9AC21-C625-4A8F-8B32-609D531D430D}">
      <dgm:prSet/>
      <dgm:spPr/>
      <dgm:t>
        <a:bodyPr/>
        <a:lstStyle/>
        <a:p>
          <a:endParaRPr lang="en-US"/>
        </a:p>
      </dgm:t>
    </dgm:pt>
    <dgm:pt modelId="{CA5AF6CF-4A5E-4FF8-A465-02DF7EEFC388}" type="pres">
      <dgm:prSet presAssocID="{81CD39C8-11C7-4F57-9AE6-E2F426019CD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DA30313-B17E-4E79-A52F-F6DDB8585798}" type="pres">
      <dgm:prSet presAssocID="{F8DADCF3-44E4-4628-AB03-268715D5EF15}" presName="hierRoot1" presStyleCnt="0"/>
      <dgm:spPr/>
    </dgm:pt>
    <dgm:pt modelId="{A30B1FC2-D808-4B20-B021-DDDAA7463F0F}" type="pres">
      <dgm:prSet presAssocID="{F8DADCF3-44E4-4628-AB03-268715D5EF15}" presName="composite" presStyleCnt="0"/>
      <dgm:spPr/>
    </dgm:pt>
    <dgm:pt modelId="{4EB82D1A-2261-4E1A-BB92-1AC5CE0F41E4}" type="pres">
      <dgm:prSet presAssocID="{F8DADCF3-44E4-4628-AB03-268715D5EF15}" presName="background" presStyleLbl="node0" presStyleIdx="0" presStyleCnt="3"/>
      <dgm:spPr/>
    </dgm:pt>
    <dgm:pt modelId="{F7ABE009-BCF5-4F86-A77F-2B70C41E7031}" type="pres">
      <dgm:prSet presAssocID="{F8DADCF3-44E4-4628-AB03-268715D5EF15}" presName="text" presStyleLbl="fgAcc0" presStyleIdx="0" presStyleCnt="3">
        <dgm:presLayoutVars>
          <dgm:chPref val="3"/>
        </dgm:presLayoutVars>
      </dgm:prSet>
      <dgm:spPr/>
    </dgm:pt>
    <dgm:pt modelId="{E5A38F7F-38EE-4185-82C0-28CACF938D22}" type="pres">
      <dgm:prSet presAssocID="{F8DADCF3-44E4-4628-AB03-268715D5EF15}" presName="hierChild2" presStyleCnt="0"/>
      <dgm:spPr/>
    </dgm:pt>
    <dgm:pt modelId="{A2B22FA5-E2E9-4403-947F-73D18EF9851C}" type="pres">
      <dgm:prSet presAssocID="{C09EC08C-1D3C-48D4-AAFF-1C928C1374EE}" presName="hierRoot1" presStyleCnt="0"/>
      <dgm:spPr/>
    </dgm:pt>
    <dgm:pt modelId="{70694984-89DC-4551-92C9-68F58F284EA4}" type="pres">
      <dgm:prSet presAssocID="{C09EC08C-1D3C-48D4-AAFF-1C928C1374EE}" presName="composite" presStyleCnt="0"/>
      <dgm:spPr/>
    </dgm:pt>
    <dgm:pt modelId="{F96D451A-32A7-4EE5-9B16-FDE254D8E1F4}" type="pres">
      <dgm:prSet presAssocID="{C09EC08C-1D3C-48D4-AAFF-1C928C1374EE}" presName="background" presStyleLbl="node0" presStyleIdx="1" presStyleCnt="3"/>
      <dgm:spPr/>
    </dgm:pt>
    <dgm:pt modelId="{B34ACDA8-A01A-45E9-BD81-CE581EDBFCFA}" type="pres">
      <dgm:prSet presAssocID="{C09EC08C-1D3C-48D4-AAFF-1C928C1374EE}" presName="text" presStyleLbl="fgAcc0" presStyleIdx="1" presStyleCnt="3">
        <dgm:presLayoutVars>
          <dgm:chPref val="3"/>
        </dgm:presLayoutVars>
      </dgm:prSet>
      <dgm:spPr/>
    </dgm:pt>
    <dgm:pt modelId="{CAF9163E-6945-4152-BD70-E8BB9205B3DB}" type="pres">
      <dgm:prSet presAssocID="{C09EC08C-1D3C-48D4-AAFF-1C928C1374EE}" presName="hierChild2" presStyleCnt="0"/>
      <dgm:spPr/>
    </dgm:pt>
    <dgm:pt modelId="{6C30ACAF-BB80-40D6-8E64-C13684EA73B4}" type="pres">
      <dgm:prSet presAssocID="{AA4C5264-CA6E-4B88-B6F7-03B0CAED397C}" presName="hierRoot1" presStyleCnt="0"/>
      <dgm:spPr/>
    </dgm:pt>
    <dgm:pt modelId="{6389289D-F793-4BEA-81AD-6E71F8F06579}" type="pres">
      <dgm:prSet presAssocID="{AA4C5264-CA6E-4B88-B6F7-03B0CAED397C}" presName="composite" presStyleCnt="0"/>
      <dgm:spPr/>
    </dgm:pt>
    <dgm:pt modelId="{8597157C-BE47-40FA-BF6D-7DC51F4FAC69}" type="pres">
      <dgm:prSet presAssocID="{AA4C5264-CA6E-4B88-B6F7-03B0CAED397C}" presName="background" presStyleLbl="node0" presStyleIdx="2" presStyleCnt="3"/>
      <dgm:spPr/>
    </dgm:pt>
    <dgm:pt modelId="{1A31ECBE-BA43-4B6E-8395-6C28CD21833F}" type="pres">
      <dgm:prSet presAssocID="{AA4C5264-CA6E-4B88-B6F7-03B0CAED397C}" presName="text" presStyleLbl="fgAcc0" presStyleIdx="2" presStyleCnt="3">
        <dgm:presLayoutVars>
          <dgm:chPref val="3"/>
        </dgm:presLayoutVars>
      </dgm:prSet>
      <dgm:spPr/>
    </dgm:pt>
    <dgm:pt modelId="{381083F2-D511-4AEF-9363-64C0ABD61E5A}" type="pres">
      <dgm:prSet presAssocID="{AA4C5264-CA6E-4B88-B6F7-03B0CAED397C}" presName="hierChild2" presStyleCnt="0"/>
      <dgm:spPr/>
    </dgm:pt>
  </dgm:ptLst>
  <dgm:cxnLst>
    <dgm:cxn modelId="{AEF9AC21-C625-4A8F-8B32-609D531D430D}" srcId="{81CD39C8-11C7-4F57-9AE6-E2F426019CD3}" destId="{AA4C5264-CA6E-4B88-B6F7-03B0CAED397C}" srcOrd="2" destOrd="0" parTransId="{024872E3-6DED-4067-B7AA-FE8E2EBA288C}" sibTransId="{58118E77-5D00-4DB6-8F8E-F0F0B4C8F3A7}"/>
    <dgm:cxn modelId="{E48D4E3B-BBDF-4B63-A507-B61E1ED02610}" srcId="{81CD39C8-11C7-4F57-9AE6-E2F426019CD3}" destId="{F8DADCF3-44E4-4628-AB03-268715D5EF15}" srcOrd="0" destOrd="0" parTransId="{6DFECA60-D963-45FB-945F-C0AD35065CC7}" sibTransId="{885F3B96-E85B-4E51-AD00-AADACB810657}"/>
    <dgm:cxn modelId="{62D9EE63-EC50-4C2A-B1E7-4640711BB900}" type="presOf" srcId="{81CD39C8-11C7-4F57-9AE6-E2F426019CD3}" destId="{CA5AF6CF-4A5E-4FF8-A465-02DF7EEFC388}" srcOrd="0" destOrd="0" presId="urn:microsoft.com/office/officeart/2005/8/layout/hierarchy1"/>
    <dgm:cxn modelId="{404B8287-2718-4641-99CE-E36E478385E0}" type="presOf" srcId="{AA4C5264-CA6E-4B88-B6F7-03B0CAED397C}" destId="{1A31ECBE-BA43-4B6E-8395-6C28CD21833F}" srcOrd="0" destOrd="0" presId="urn:microsoft.com/office/officeart/2005/8/layout/hierarchy1"/>
    <dgm:cxn modelId="{90885692-DB67-4516-A6E6-1C4D44A26B4B}" type="presOf" srcId="{F8DADCF3-44E4-4628-AB03-268715D5EF15}" destId="{F7ABE009-BCF5-4F86-A77F-2B70C41E7031}" srcOrd="0" destOrd="0" presId="urn:microsoft.com/office/officeart/2005/8/layout/hierarchy1"/>
    <dgm:cxn modelId="{B58CF29A-5FFB-45CF-8415-1151F1A303A5}" type="presOf" srcId="{C09EC08C-1D3C-48D4-AAFF-1C928C1374EE}" destId="{B34ACDA8-A01A-45E9-BD81-CE581EDBFCFA}" srcOrd="0" destOrd="0" presId="urn:microsoft.com/office/officeart/2005/8/layout/hierarchy1"/>
    <dgm:cxn modelId="{4D5A62D4-AD17-4CCE-9997-8A964B0F269C}" srcId="{81CD39C8-11C7-4F57-9AE6-E2F426019CD3}" destId="{C09EC08C-1D3C-48D4-AAFF-1C928C1374EE}" srcOrd="1" destOrd="0" parTransId="{44212DA0-F167-4225-B309-403A274A9F52}" sibTransId="{9ACCBE20-8652-483A-AC02-EEEBAFA6568B}"/>
    <dgm:cxn modelId="{187D649E-3098-4732-9249-24A2D1A668E3}" type="presParOf" srcId="{CA5AF6CF-4A5E-4FF8-A465-02DF7EEFC388}" destId="{DDA30313-B17E-4E79-A52F-F6DDB8585798}" srcOrd="0" destOrd="0" presId="urn:microsoft.com/office/officeart/2005/8/layout/hierarchy1"/>
    <dgm:cxn modelId="{7C454116-5AD5-44BC-962A-6337E9764B39}" type="presParOf" srcId="{DDA30313-B17E-4E79-A52F-F6DDB8585798}" destId="{A30B1FC2-D808-4B20-B021-DDDAA7463F0F}" srcOrd="0" destOrd="0" presId="urn:microsoft.com/office/officeart/2005/8/layout/hierarchy1"/>
    <dgm:cxn modelId="{3F09D43F-9BA7-4923-91E9-793F68A17528}" type="presParOf" srcId="{A30B1FC2-D808-4B20-B021-DDDAA7463F0F}" destId="{4EB82D1A-2261-4E1A-BB92-1AC5CE0F41E4}" srcOrd="0" destOrd="0" presId="urn:microsoft.com/office/officeart/2005/8/layout/hierarchy1"/>
    <dgm:cxn modelId="{8A96F6CF-CDCB-4B3A-96C0-53AADBFD79B9}" type="presParOf" srcId="{A30B1FC2-D808-4B20-B021-DDDAA7463F0F}" destId="{F7ABE009-BCF5-4F86-A77F-2B70C41E7031}" srcOrd="1" destOrd="0" presId="urn:microsoft.com/office/officeart/2005/8/layout/hierarchy1"/>
    <dgm:cxn modelId="{1FD6F246-B783-483C-85AF-873F8A71633B}" type="presParOf" srcId="{DDA30313-B17E-4E79-A52F-F6DDB8585798}" destId="{E5A38F7F-38EE-4185-82C0-28CACF938D22}" srcOrd="1" destOrd="0" presId="urn:microsoft.com/office/officeart/2005/8/layout/hierarchy1"/>
    <dgm:cxn modelId="{A146E21E-BA23-4CFB-AAF7-38F7CE929D23}" type="presParOf" srcId="{CA5AF6CF-4A5E-4FF8-A465-02DF7EEFC388}" destId="{A2B22FA5-E2E9-4403-947F-73D18EF9851C}" srcOrd="1" destOrd="0" presId="urn:microsoft.com/office/officeart/2005/8/layout/hierarchy1"/>
    <dgm:cxn modelId="{B7C20FE5-5A51-4394-98A9-4EDF3ED2CCC6}" type="presParOf" srcId="{A2B22FA5-E2E9-4403-947F-73D18EF9851C}" destId="{70694984-89DC-4551-92C9-68F58F284EA4}" srcOrd="0" destOrd="0" presId="urn:microsoft.com/office/officeart/2005/8/layout/hierarchy1"/>
    <dgm:cxn modelId="{14E27849-9B5C-4605-9BB2-52D22DCA8D7B}" type="presParOf" srcId="{70694984-89DC-4551-92C9-68F58F284EA4}" destId="{F96D451A-32A7-4EE5-9B16-FDE254D8E1F4}" srcOrd="0" destOrd="0" presId="urn:microsoft.com/office/officeart/2005/8/layout/hierarchy1"/>
    <dgm:cxn modelId="{C8F681A3-4CAF-4754-AB6B-43B3A9E98786}" type="presParOf" srcId="{70694984-89DC-4551-92C9-68F58F284EA4}" destId="{B34ACDA8-A01A-45E9-BD81-CE581EDBFCFA}" srcOrd="1" destOrd="0" presId="urn:microsoft.com/office/officeart/2005/8/layout/hierarchy1"/>
    <dgm:cxn modelId="{32486831-7883-42A5-AB15-EE95C74CF9A1}" type="presParOf" srcId="{A2B22FA5-E2E9-4403-947F-73D18EF9851C}" destId="{CAF9163E-6945-4152-BD70-E8BB9205B3DB}" srcOrd="1" destOrd="0" presId="urn:microsoft.com/office/officeart/2005/8/layout/hierarchy1"/>
    <dgm:cxn modelId="{2E7AE683-BAD1-416A-B53A-D4D816613F8E}" type="presParOf" srcId="{CA5AF6CF-4A5E-4FF8-A465-02DF7EEFC388}" destId="{6C30ACAF-BB80-40D6-8E64-C13684EA73B4}" srcOrd="2" destOrd="0" presId="urn:microsoft.com/office/officeart/2005/8/layout/hierarchy1"/>
    <dgm:cxn modelId="{1368E2BF-C0DC-43DE-9AE8-FF6061AED706}" type="presParOf" srcId="{6C30ACAF-BB80-40D6-8E64-C13684EA73B4}" destId="{6389289D-F793-4BEA-81AD-6E71F8F06579}" srcOrd="0" destOrd="0" presId="urn:microsoft.com/office/officeart/2005/8/layout/hierarchy1"/>
    <dgm:cxn modelId="{5F85CE99-1FEB-4B55-979A-1C36FE0EDF12}" type="presParOf" srcId="{6389289D-F793-4BEA-81AD-6E71F8F06579}" destId="{8597157C-BE47-40FA-BF6D-7DC51F4FAC69}" srcOrd="0" destOrd="0" presId="urn:microsoft.com/office/officeart/2005/8/layout/hierarchy1"/>
    <dgm:cxn modelId="{142ACF4E-8B66-4F8D-A43F-15F4B66E9AF0}" type="presParOf" srcId="{6389289D-F793-4BEA-81AD-6E71F8F06579}" destId="{1A31ECBE-BA43-4B6E-8395-6C28CD21833F}" srcOrd="1" destOrd="0" presId="urn:microsoft.com/office/officeart/2005/8/layout/hierarchy1"/>
    <dgm:cxn modelId="{EADA778D-853F-4129-AE99-21DE80F33E57}" type="presParOf" srcId="{6C30ACAF-BB80-40D6-8E64-C13684EA73B4}" destId="{381083F2-D511-4AEF-9363-64C0ABD61E5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A93FDF7-4460-486D-8184-F8E93990781D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80BE1BD-0F6C-41F1-8D65-BA7384F1FF44}">
      <dgm:prSet/>
      <dgm:spPr/>
      <dgm:t>
        <a:bodyPr/>
        <a:lstStyle/>
        <a:p>
          <a:r>
            <a:rPr lang="en-US"/>
            <a:t>Central west - population 14 million</a:t>
          </a:r>
        </a:p>
      </dgm:t>
    </dgm:pt>
    <dgm:pt modelId="{5D6EC330-4F0F-4D92-9881-787401F48B85}" type="parTrans" cxnId="{D17A408D-8D30-4244-BF25-8C03E888B8BB}">
      <dgm:prSet/>
      <dgm:spPr/>
      <dgm:t>
        <a:bodyPr/>
        <a:lstStyle/>
        <a:p>
          <a:endParaRPr lang="en-US"/>
        </a:p>
      </dgm:t>
    </dgm:pt>
    <dgm:pt modelId="{8764E3D7-30FC-419F-8E83-6F4F57C68480}" type="sibTrans" cxnId="{D17A408D-8D30-4244-BF25-8C03E888B8BB}">
      <dgm:prSet/>
      <dgm:spPr/>
      <dgm:t>
        <a:bodyPr/>
        <a:lstStyle/>
        <a:p>
          <a:endParaRPr lang="en-US"/>
        </a:p>
      </dgm:t>
    </dgm:pt>
    <dgm:pt modelId="{AA200B9F-971C-4DB0-A2D7-8FFF77CE3BC6}">
      <dgm:prSet/>
      <dgm:spPr/>
      <dgm:t>
        <a:bodyPr/>
        <a:lstStyle/>
        <a:p>
          <a:r>
            <a:rPr lang="en-US"/>
            <a:t>Southeast - population 85 million</a:t>
          </a:r>
        </a:p>
      </dgm:t>
    </dgm:pt>
    <dgm:pt modelId="{FB6B0E8F-5A44-48A7-9C00-16729AB24F8D}" type="parTrans" cxnId="{14C52DA4-82BB-45EA-9E59-0878263E178C}">
      <dgm:prSet/>
      <dgm:spPr/>
      <dgm:t>
        <a:bodyPr/>
        <a:lstStyle/>
        <a:p>
          <a:endParaRPr lang="en-US"/>
        </a:p>
      </dgm:t>
    </dgm:pt>
    <dgm:pt modelId="{3544511B-7F5C-414D-B832-252FBBB3DAFD}" type="sibTrans" cxnId="{14C52DA4-82BB-45EA-9E59-0878263E178C}">
      <dgm:prSet/>
      <dgm:spPr/>
      <dgm:t>
        <a:bodyPr/>
        <a:lstStyle/>
        <a:p>
          <a:endParaRPr lang="en-US"/>
        </a:p>
      </dgm:t>
    </dgm:pt>
    <dgm:pt modelId="{FC247527-944C-4CFC-8C53-9F58462BF239}">
      <dgm:prSet/>
      <dgm:spPr/>
      <dgm:t>
        <a:bodyPr/>
        <a:lstStyle/>
        <a:p>
          <a:r>
            <a:rPr lang="en-US"/>
            <a:t>South - population 28 million</a:t>
          </a:r>
        </a:p>
      </dgm:t>
    </dgm:pt>
    <dgm:pt modelId="{52D85DF7-4E7E-4372-8E58-AA7403CE110B}" type="parTrans" cxnId="{5AC42A65-57AC-4489-B1B5-982495C443F4}">
      <dgm:prSet/>
      <dgm:spPr/>
      <dgm:t>
        <a:bodyPr/>
        <a:lstStyle/>
        <a:p>
          <a:endParaRPr lang="en-US"/>
        </a:p>
      </dgm:t>
    </dgm:pt>
    <dgm:pt modelId="{722E28C9-65B0-493E-9E11-C5EE75821530}" type="sibTrans" cxnId="{5AC42A65-57AC-4489-B1B5-982495C443F4}">
      <dgm:prSet/>
      <dgm:spPr/>
      <dgm:t>
        <a:bodyPr/>
        <a:lstStyle/>
        <a:p>
          <a:endParaRPr lang="en-US"/>
        </a:p>
      </dgm:t>
    </dgm:pt>
    <dgm:pt modelId="{382F90F7-BB06-4C8F-A1A2-E09BDC3E4213}">
      <dgm:prSet/>
      <dgm:spPr/>
      <dgm:t>
        <a:bodyPr/>
        <a:lstStyle/>
        <a:p>
          <a:r>
            <a:rPr lang="en-US"/>
            <a:t>Northeast - population 56 million</a:t>
          </a:r>
        </a:p>
      </dgm:t>
    </dgm:pt>
    <dgm:pt modelId="{F98A7877-575D-4DEA-97D4-B053173426A6}" type="parTrans" cxnId="{47DEE2B8-2000-44F3-8793-73B2077854BB}">
      <dgm:prSet/>
      <dgm:spPr/>
      <dgm:t>
        <a:bodyPr/>
        <a:lstStyle/>
        <a:p>
          <a:endParaRPr lang="en-US"/>
        </a:p>
      </dgm:t>
    </dgm:pt>
    <dgm:pt modelId="{89D6E732-187D-4DF2-A5EC-3ACCBBFC3E08}" type="sibTrans" cxnId="{47DEE2B8-2000-44F3-8793-73B2077854BB}">
      <dgm:prSet/>
      <dgm:spPr/>
      <dgm:t>
        <a:bodyPr/>
        <a:lstStyle/>
        <a:p>
          <a:endParaRPr lang="en-US"/>
        </a:p>
      </dgm:t>
    </dgm:pt>
    <dgm:pt modelId="{1E2D3A9D-CB7F-4EB4-BCA9-37C65FE6F09B}">
      <dgm:prSet/>
      <dgm:spPr/>
      <dgm:t>
        <a:bodyPr/>
        <a:lstStyle/>
        <a:p>
          <a:r>
            <a:rPr lang="en-US"/>
            <a:t>North - population 18 million</a:t>
          </a:r>
        </a:p>
      </dgm:t>
    </dgm:pt>
    <dgm:pt modelId="{8FDDC949-DC9E-4BFD-8C43-3884323C4C46}" type="parTrans" cxnId="{8798CCF6-4C77-443C-9F33-A27C7902B9EE}">
      <dgm:prSet/>
      <dgm:spPr/>
      <dgm:t>
        <a:bodyPr/>
        <a:lstStyle/>
        <a:p>
          <a:endParaRPr lang="en-US"/>
        </a:p>
      </dgm:t>
    </dgm:pt>
    <dgm:pt modelId="{18B51C50-9179-4AB8-9B2A-8814554C4C66}" type="sibTrans" cxnId="{8798CCF6-4C77-443C-9F33-A27C7902B9EE}">
      <dgm:prSet/>
      <dgm:spPr/>
      <dgm:t>
        <a:bodyPr/>
        <a:lstStyle/>
        <a:p>
          <a:endParaRPr lang="en-US"/>
        </a:p>
      </dgm:t>
    </dgm:pt>
    <dgm:pt modelId="{FC765BB6-DCE8-4E0E-98AF-AC11AE2DCE2F}" type="pres">
      <dgm:prSet presAssocID="{FA93FDF7-4460-486D-8184-F8E93990781D}" presName="vert0" presStyleCnt="0">
        <dgm:presLayoutVars>
          <dgm:dir/>
          <dgm:animOne val="branch"/>
          <dgm:animLvl val="lvl"/>
        </dgm:presLayoutVars>
      </dgm:prSet>
      <dgm:spPr/>
    </dgm:pt>
    <dgm:pt modelId="{CC770AAC-EC4C-4B86-A132-B9C1E5395A22}" type="pres">
      <dgm:prSet presAssocID="{180BE1BD-0F6C-41F1-8D65-BA7384F1FF44}" presName="thickLine" presStyleLbl="alignNode1" presStyleIdx="0" presStyleCnt="5"/>
      <dgm:spPr/>
    </dgm:pt>
    <dgm:pt modelId="{9DFDC191-5644-4A54-B128-FFE8D86430D1}" type="pres">
      <dgm:prSet presAssocID="{180BE1BD-0F6C-41F1-8D65-BA7384F1FF44}" presName="horz1" presStyleCnt="0"/>
      <dgm:spPr/>
    </dgm:pt>
    <dgm:pt modelId="{A14A451D-C672-49C4-8E6B-4D5BDA1BC0D8}" type="pres">
      <dgm:prSet presAssocID="{180BE1BD-0F6C-41F1-8D65-BA7384F1FF44}" presName="tx1" presStyleLbl="revTx" presStyleIdx="0" presStyleCnt="5"/>
      <dgm:spPr/>
    </dgm:pt>
    <dgm:pt modelId="{E56D8B5B-D1A0-4441-BDB8-AA154B1D5272}" type="pres">
      <dgm:prSet presAssocID="{180BE1BD-0F6C-41F1-8D65-BA7384F1FF44}" presName="vert1" presStyleCnt="0"/>
      <dgm:spPr/>
    </dgm:pt>
    <dgm:pt modelId="{41930B15-660A-4075-B44C-E71634AC770E}" type="pres">
      <dgm:prSet presAssocID="{AA200B9F-971C-4DB0-A2D7-8FFF77CE3BC6}" presName="thickLine" presStyleLbl="alignNode1" presStyleIdx="1" presStyleCnt="5"/>
      <dgm:spPr/>
    </dgm:pt>
    <dgm:pt modelId="{21CBD652-6A08-468F-9E40-EC962D295577}" type="pres">
      <dgm:prSet presAssocID="{AA200B9F-971C-4DB0-A2D7-8FFF77CE3BC6}" presName="horz1" presStyleCnt="0"/>
      <dgm:spPr/>
    </dgm:pt>
    <dgm:pt modelId="{E2512CB4-3A64-44E1-B4AC-93C1B5FFB2DC}" type="pres">
      <dgm:prSet presAssocID="{AA200B9F-971C-4DB0-A2D7-8FFF77CE3BC6}" presName="tx1" presStyleLbl="revTx" presStyleIdx="1" presStyleCnt="5"/>
      <dgm:spPr/>
    </dgm:pt>
    <dgm:pt modelId="{46B0E2D1-A608-4902-B86D-3D59573392FD}" type="pres">
      <dgm:prSet presAssocID="{AA200B9F-971C-4DB0-A2D7-8FFF77CE3BC6}" presName="vert1" presStyleCnt="0"/>
      <dgm:spPr/>
    </dgm:pt>
    <dgm:pt modelId="{943DAF8C-714C-46F8-A152-D4910E80DB35}" type="pres">
      <dgm:prSet presAssocID="{FC247527-944C-4CFC-8C53-9F58462BF239}" presName="thickLine" presStyleLbl="alignNode1" presStyleIdx="2" presStyleCnt="5"/>
      <dgm:spPr/>
    </dgm:pt>
    <dgm:pt modelId="{BC5B2A3E-3381-498F-A177-C488DFC0CE67}" type="pres">
      <dgm:prSet presAssocID="{FC247527-944C-4CFC-8C53-9F58462BF239}" presName="horz1" presStyleCnt="0"/>
      <dgm:spPr/>
    </dgm:pt>
    <dgm:pt modelId="{C5CB6339-10CF-40EF-BCAF-665E04F184ED}" type="pres">
      <dgm:prSet presAssocID="{FC247527-944C-4CFC-8C53-9F58462BF239}" presName="tx1" presStyleLbl="revTx" presStyleIdx="2" presStyleCnt="5"/>
      <dgm:spPr/>
    </dgm:pt>
    <dgm:pt modelId="{EBAC4120-90DB-4B1B-9EFD-77A577CB236D}" type="pres">
      <dgm:prSet presAssocID="{FC247527-944C-4CFC-8C53-9F58462BF239}" presName="vert1" presStyleCnt="0"/>
      <dgm:spPr/>
    </dgm:pt>
    <dgm:pt modelId="{101F84FD-9FD0-4C35-8684-A51E95DFF55E}" type="pres">
      <dgm:prSet presAssocID="{382F90F7-BB06-4C8F-A1A2-E09BDC3E4213}" presName="thickLine" presStyleLbl="alignNode1" presStyleIdx="3" presStyleCnt="5"/>
      <dgm:spPr/>
    </dgm:pt>
    <dgm:pt modelId="{88D4E593-45AB-4B29-A8E2-4C11E00646C3}" type="pres">
      <dgm:prSet presAssocID="{382F90F7-BB06-4C8F-A1A2-E09BDC3E4213}" presName="horz1" presStyleCnt="0"/>
      <dgm:spPr/>
    </dgm:pt>
    <dgm:pt modelId="{7BB6F18B-9701-402F-952B-F7D8D6052C77}" type="pres">
      <dgm:prSet presAssocID="{382F90F7-BB06-4C8F-A1A2-E09BDC3E4213}" presName="tx1" presStyleLbl="revTx" presStyleIdx="3" presStyleCnt="5"/>
      <dgm:spPr/>
    </dgm:pt>
    <dgm:pt modelId="{09517938-D6DC-4914-9D91-8572F740C767}" type="pres">
      <dgm:prSet presAssocID="{382F90F7-BB06-4C8F-A1A2-E09BDC3E4213}" presName="vert1" presStyleCnt="0"/>
      <dgm:spPr/>
    </dgm:pt>
    <dgm:pt modelId="{A9DD8B06-F18C-4BB2-8DB1-32BFDAE21498}" type="pres">
      <dgm:prSet presAssocID="{1E2D3A9D-CB7F-4EB4-BCA9-37C65FE6F09B}" presName="thickLine" presStyleLbl="alignNode1" presStyleIdx="4" presStyleCnt="5"/>
      <dgm:spPr/>
    </dgm:pt>
    <dgm:pt modelId="{0C3C7E5F-A1A8-4979-8CEA-FA9030B06E96}" type="pres">
      <dgm:prSet presAssocID="{1E2D3A9D-CB7F-4EB4-BCA9-37C65FE6F09B}" presName="horz1" presStyleCnt="0"/>
      <dgm:spPr/>
    </dgm:pt>
    <dgm:pt modelId="{C8C25872-E109-4897-9492-DFD98046AA79}" type="pres">
      <dgm:prSet presAssocID="{1E2D3A9D-CB7F-4EB4-BCA9-37C65FE6F09B}" presName="tx1" presStyleLbl="revTx" presStyleIdx="4" presStyleCnt="5"/>
      <dgm:spPr/>
    </dgm:pt>
    <dgm:pt modelId="{836C3486-DA7B-43BD-B39D-4C9093F706BF}" type="pres">
      <dgm:prSet presAssocID="{1E2D3A9D-CB7F-4EB4-BCA9-37C65FE6F09B}" presName="vert1" presStyleCnt="0"/>
      <dgm:spPr/>
    </dgm:pt>
  </dgm:ptLst>
  <dgm:cxnLst>
    <dgm:cxn modelId="{AE0C4100-DB69-4B4C-B530-89FBB6351EB2}" type="presOf" srcId="{382F90F7-BB06-4C8F-A1A2-E09BDC3E4213}" destId="{7BB6F18B-9701-402F-952B-F7D8D6052C77}" srcOrd="0" destOrd="0" presId="urn:microsoft.com/office/officeart/2008/layout/LinedList"/>
    <dgm:cxn modelId="{27059560-2F4E-4686-B059-79272CE6551B}" type="presOf" srcId="{1E2D3A9D-CB7F-4EB4-BCA9-37C65FE6F09B}" destId="{C8C25872-E109-4897-9492-DFD98046AA79}" srcOrd="0" destOrd="0" presId="urn:microsoft.com/office/officeart/2008/layout/LinedList"/>
    <dgm:cxn modelId="{5AC42A65-57AC-4489-B1B5-982495C443F4}" srcId="{FA93FDF7-4460-486D-8184-F8E93990781D}" destId="{FC247527-944C-4CFC-8C53-9F58462BF239}" srcOrd="2" destOrd="0" parTransId="{52D85DF7-4E7E-4372-8E58-AA7403CE110B}" sibTransId="{722E28C9-65B0-493E-9E11-C5EE75821530}"/>
    <dgm:cxn modelId="{B8741758-218E-4733-BD16-F3C23B29E8CF}" type="presOf" srcId="{AA200B9F-971C-4DB0-A2D7-8FFF77CE3BC6}" destId="{E2512CB4-3A64-44E1-B4AC-93C1B5FFB2DC}" srcOrd="0" destOrd="0" presId="urn:microsoft.com/office/officeart/2008/layout/LinedList"/>
    <dgm:cxn modelId="{D17A408D-8D30-4244-BF25-8C03E888B8BB}" srcId="{FA93FDF7-4460-486D-8184-F8E93990781D}" destId="{180BE1BD-0F6C-41F1-8D65-BA7384F1FF44}" srcOrd="0" destOrd="0" parTransId="{5D6EC330-4F0F-4D92-9881-787401F48B85}" sibTransId="{8764E3D7-30FC-419F-8E83-6F4F57C68480}"/>
    <dgm:cxn modelId="{5B118A8F-0F20-4155-992B-6E5E27186DCB}" type="presOf" srcId="{180BE1BD-0F6C-41F1-8D65-BA7384F1FF44}" destId="{A14A451D-C672-49C4-8E6B-4D5BDA1BC0D8}" srcOrd="0" destOrd="0" presId="urn:microsoft.com/office/officeart/2008/layout/LinedList"/>
    <dgm:cxn modelId="{14C52DA4-82BB-45EA-9E59-0878263E178C}" srcId="{FA93FDF7-4460-486D-8184-F8E93990781D}" destId="{AA200B9F-971C-4DB0-A2D7-8FFF77CE3BC6}" srcOrd="1" destOrd="0" parTransId="{FB6B0E8F-5A44-48A7-9C00-16729AB24F8D}" sibTransId="{3544511B-7F5C-414D-B832-252FBBB3DAFD}"/>
    <dgm:cxn modelId="{47DEE2B8-2000-44F3-8793-73B2077854BB}" srcId="{FA93FDF7-4460-486D-8184-F8E93990781D}" destId="{382F90F7-BB06-4C8F-A1A2-E09BDC3E4213}" srcOrd="3" destOrd="0" parTransId="{F98A7877-575D-4DEA-97D4-B053173426A6}" sibTransId="{89D6E732-187D-4DF2-A5EC-3ACCBBFC3E08}"/>
    <dgm:cxn modelId="{C0974FDE-03BA-477E-A8AF-2B0D1D1517B7}" type="presOf" srcId="{FC247527-944C-4CFC-8C53-9F58462BF239}" destId="{C5CB6339-10CF-40EF-BCAF-665E04F184ED}" srcOrd="0" destOrd="0" presId="urn:microsoft.com/office/officeart/2008/layout/LinedList"/>
    <dgm:cxn modelId="{9C061AF2-BE23-4223-AD04-3B47684EC2BA}" type="presOf" srcId="{FA93FDF7-4460-486D-8184-F8E93990781D}" destId="{FC765BB6-DCE8-4E0E-98AF-AC11AE2DCE2F}" srcOrd="0" destOrd="0" presId="urn:microsoft.com/office/officeart/2008/layout/LinedList"/>
    <dgm:cxn modelId="{8798CCF6-4C77-443C-9F33-A27C7902B9EE}" srcId="{FA93FDF7-4460-486D-8184-F8E93990781D}" destId="{1E2D3A9D-CB7F-4EB4-BCA9-37C65FE6F09B}" srcOrd="4" destOrd="0" parTransId="{8FDDC949-DC9E-4BFD-8C43-3884323C4C46}" sibTransId="{18B51C50-9179-4AB8-9B2A-8814554C4C66}"/>
    <dgm:cxn modelId="{C096B19C-696A-4C52-8F1E-BC71A2B8CB31}" type="presParOf" srcId="{FC765BB6-DCE8-4E0E-98AF-AC11AE2DCE2F}" destId="{CC770AAC-EC4C-4B86-A132-B9C1E5395A22}" srcOrd="0" destOrd="0" presId="urn:microsoft.com/office/officeart/2008/layout/LinedList"/>
    <dgm:cxn modelId="{46C5E8D7-BD01-459D-AEC5-6FA34FF5DB72}" type="presParOf" srcId="{FC765BB6-DCE8-4E0E-98AF-AC11AE2DCE2F}" destId="{9DFDC191-5644-4A54-B128-FFE8D86430D1}" srcOrd="1" destOrd="0" presId="urn:microsoft.com/office/officeart/2008/layout/LinedList"/>
    <dgm:cxn modelId="{C4C75214-89B3-4BEF-85CE-D1D142BA244D}" type="presParOf" srcId="{9DFDC191-5644-4A54-B128-FFE8D86430D1}" destId="{A14A451D-C672-49C4-8E6B-4D5BDA1BC0D8}" srcOrd="0" destOrd="0" presId="urn:microsoft.com/office/officeart/2008/layout/LinedList"/>
    <dgm:cxn modelId="{33C13EAD-8824-412F-B02F-873D47A65E6E}" type="presParOf" srcId="{9DFDC191-5644-4A54-B128-FFE8D86430D1}" destId="{E56D8B5B-D1A0-4441-BDB8-AA154B1D5272}" srcOrd="1" destOrd="0" presId="urn:microsoft.com/office/officeart/2008/layout/LinedList"/>
    <dgm:cxn modelId="{88EC8F4B-FD39-48EF-8EDE-AA3005FC9FBA}" type="presParOf" srcId="{FC765BB6-DCE8-4E0E-98AF-AC11AE2DCE2F}" destId="{41930B15-660A-4075-B44C-E71634AC770E}" srcOrd="2" destOrd="0" presId="urn:microsoft.com/office/officeart/2008/layout/LinedList"/>
    <dgm:cxn modelId="{ADAE2E51-A0CC-4CB0-BC66-C12027FCF120}" type="presParOf" srcId="{FC765BB6-DCE8-4E0E-98AF-AC11AE2DCE2F}" destId="{21CBD652-6A08-468F-9E40-EC962D295577}" srcOrd="3" destOrd="0" presId="urn:microsoft.com/office/officeart/2008/layout/LinedList"/>
    <dgm:cxn modelId="{8C20DA0E-41AD-476C-BBBF-E464993DC19C}" type="presParOf" srcId="{21CBD652-6A08-468F-9E40-EC962D295577}" destId="{E2512CB4-3A64-44E1-B4AC-93C1B5FFB2DC}" srcOrd="0" destOrd="0" presId="urn:microsoft.com/office/officeart/2008/layout/LinedList"/>
    <dgm:cxn modelId="{101023C3-6FAF-4E86-ADD0-CBBE78E02880}" type="presParOf" srcId="{21CBD652-6A08-468F-9E40-EC962D295577}" destId="{46B0E2D1-A608-4902-B86D-3D59573392FD}" srcOrd="1" destOrd="0" presId="urn:microsoft.com/office/officeart/2008/layout/LinedList"/>
    <dgm:cxn modelId="{FB2CCCC1-40B9-42CF-B40F-9A41AF19758E}" type="presParOf" srcId="{FC765BB6-DCE8-4E0E-98AF-AC11AE2DCE2F}" destId="{943DAF8C-714C-46F8-A152-D4910E80DB35}" srcOrd="4" destOrd="0" presId="urn:microsoft.com/office/officeart/2008/layout/LinedList"/>
    <dgm:cxn modelId="{6556EC07-EBFA-4BA1-A17F-574D93DD2D4B}" type="presParOf" srcId="{FC765BB6-DCE8-4E0E-98AF-AC11AE2DCE2F}" destId="{BC5B2A3E-3381-498F-A177-C488DFC0CE67}" srcOrd="5" destOrd="0" presId="urn:microsoft.com/office/officeart/2008/layout/LinedList"/>
    <dgm:cxn modelId="{C5F10623-9587-4C11-9EDC-ABCDDC34C9B0}" type="presParOf" srcId="{BC5B2A3E-3381-498F-A177-C488DFC0CE67}" destId="{C5CB6339-10CF-40EF-BCAF-665E04F184ED}" srcOrd="0" destOrd="0" presId="urn:microsoft.com/office/officeart/2008/layout/LinedList"/>
    <dgm:cxn modelId="{A540FA8D-03CF-4D80-A959-1F6ABBB96344}" type="presParOf" srcId="{BC5B2A3E-3381-498F-A177-C488DFC0CE67}" destId="{EBAC4120-90DB-4B1B-9EFD-77A577CB236D}" srcOrd="1" destOrd="0" presId="urn:microsoft.com/office/officeart/2008/layout/LinedList"/>
    <dgm:cxn modelId="{7763B1B4-CBD6-44D7-BA53-D72E9A81DF27}" type="presParOf" srcId="{FC765BB6-DCE8-4E0E-98AF-AC11AE2DCE2F}" destId="{101F84FD-9FD0-4C35-8684-A51E95DFF55E}" srcOrd="6" destOrd="0" presId="urn:microsoft.com/office/officeart/2008/layout/LinedList"/>
    <dgm:cxn modelId="{B2692275-8912-4F0E-B2CA-348B2600E17C}" type="presParOf" srcId="{FC765BB6-DCE8-4E0E-98AF-AC11AE2DCE2F}" destId="{88D4E593-45AB-4B29-A8E2-4C11E00646C3}" srcOrd="7" destOrd="0" presId="urn:microsoft.com/office/officeart/2008/layout/LinedList"/>
    <dgm:cxn modelId="{E23B215E-7CE1-4808-947B-717383DF135D}" type="presParOf" srcId="{88D4E593-45AB-4B29-A8E2-4C11E00646C3}" destId="{7BB6F18B-9701-402F-952B-F7D8D6052C77}" srcOrd="0" destOrd="0" presId="urn:microsoft.com/office/officeart/2008/layout/LinedList"/>
    <dgm:cxn modelId="{44E55F73-8A34-426C-88CE-48D2A82A1D32}" type="presParOf" srcId="{88D4E593-45AB-4B29-A8E2-4C11E00646C3}" destId="{09517938-D6DC-4914-9D91-8572F740C767}" srcOrd="1" destOrd="0" presId="urn:microsoft.com/office/officeart/2008/layout/LinedList"/>
    <dgm:cxn modelId="{FDC0EEC2-71ED-4C33-A0F9-57CB74CBA01C}" type="presParOf" srcId="{FC765BB6-DCE8-4E0E-98AF-AC11AE2DCE2F}" destId="{A9DD8B06-F18C-4BB2-8DB1-32BFDAE21498}" srcOrd="8" destOrd="0" presId="urn:microsoft.com/office/officeart/2008/layout/LinedList"/>
    <dgm:cxn modelId="{0D59A412-5D0B-43D2-AABB-518567E88197}" type="presParOf" srcId="{FC765BB6-DCE8-4E0E-98AF-AC11AE2DCE2F}" destId="{0C3C7E5F-A1A8-4979-8CEA-FA9030B06E96}" srcOrd="9" destOrd="0" presId="urn:microsoft.com/office/officeart/2008/layout/LinedList"/>
    <dgm:cxn modelId="{BE8F35B3-67C9-495A-9BEC-83BEF3FFBF32}" type="presParOf" srcId="{0C3C7E5F-A1A8-4979-8CEA-FA9030B06E96}" destId="{C8C25872-E109-4897-9492-DFD98046AA79}" srcOrd="0" destOrd="0" presId="urn:microsoft.com/office/officeart/2008/layout/LinedList"/>
    <dgm:cxn modelId="{34EBE6FF-6132-4470-843A-97A0325E3900}" type="presParOf" srcId="{0C3C7E5F-A1A8-4979-8CEA-FA9030B06E96}" destId="{836C3486-DA7B-43BD-B39D-4C9093F706B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E9B4C4E-581E-41A2-925A-96FA8CE632B6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0D14AB8-A8D9-4E2B-9913-B28FE725B9E1}">
      <dgm:prSet/>
      <dgm:spPr/>
      <dgm:t>
        <a:bodyPr/>
        <a:lstStyle/>
        <a:p>
          <a:r>
            <a:rPr lang="en-US"/>
            <a:t>Median age in Brazil sits at approximately 35 years in 2026</a:t>
          </a:r>
        </a:p>
      </dgm:t>
    </dgm:pt>
    <dgm:pt modelId="{92E5BF61-19A7-4A2E-B6D8-779824CE08E4}" type="parTrans" cxnId="{646B0F3E-2D25-46C0-BC9C-B12CDEC318EE}">
      <dgm:prSet/>
      <dgm:spPr/>
      <dgm:t>
        <a:bodyPr/>
        <a:lstStyle/>
        <a:p>
          <a:endParaRPr lang="en-US"/>
        </a:p>
      </dgm:t>
    </dgm:pt>
    <dgm:pt modelId="{A90BB607-712C-4CF2-8A56-4C3542844B04}" type="sibTrans" cxnId="{646B0F3E-2D25-46C0-BC9C-B12CDEC318EE}">
      <dgm:prSet/>
      <dgm:spPr/>
      <dgm:t>
        <a:bodyPr/>
        <a:lstStyle/>
        <a:p>
          <a:endParaRPr lang="en-US"/>
        </a:p>
      </dgm:t>
    </dgm:pt>
    <dgm:pt modelId="{31A0EA08-FA24-47FD-A000-E5F056A2384E}">
      <dgm:prSet/>
      <dgm:spPr/>
      <dgm:t>
        <a:bodyPr/>
        <a:lstStyle/>
        <a:p>
          <a:r>
            <a:rPr lang="en-US"/>
            <a:t>Approximately 88 percent of Brazilians live in urban areas</a:t>
          </a:r>
        </a:p>
      </dgm:t>
    </dgm:pt>
    <dgm:pt modelId="{B8053E1F-D5C5-4C48-97D5-B03FBB01DAE2}" type="parTrans" cxnId="{4144A369-4BEA-4EBC-82F4-318BDE965F51}">
      <dgm:prSet/>
      <dgm:spPr/>
      <dgm:t>
        <a:bodyPr/>
        <a:lstStyle/>
        <a:p>
          <a:endParaRPr lang="en-US"/>
        </a:p>
      </dgm:t>
    </dgm:pt>
    <dgm:pt modelId="{C503B751-09E4-4820-BCEB-80F284840573}" type="sibTrans" cxnId="{4144A369-4BEA-4EBC-82F4-318BDE965F51}">
      <dgm:prSet/>
      <dgm:spPr/>
      <dgm:t>
        <a:bodyPr/>
        <a:lstStyle/>
        <a:p>
          <a:endParaRPr lang="en-US"/>
        </a:p>
      </dgm:t>
    </dgm:pt>
    <dgm:pt modelId="{07200F58-DEC2-427F-A957-338F6FD0753B}" type="pres">
      <dgm:prSet presAssocID="{FE9B4C4E-581E-41A2-925A-96FA8CE632B6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0F7E0BE-DC0C-424F-9C4A-C4537370738D}" type="pres">
      <dgm:prSet presAssocID="{10D14AB8-A8D9-4E2B-9913-B28FE725B9E1}" presName="hierRoot1" presStyleCnt="0"/>
      <dgm:spPr/>
    </dgm:pt>
    <dgm:pt modelId="{FCA37B7D-27B7-4837-A8B5-46B89F0ED472}" type="pres">
      <dgm:prSet presAssocID="{10D14AB8-A8D9-4E2B-9913-B28FE725B9E1}" presName="composite" presStyleCnt="0"/>
      <dgm:spPr/>
    </dgm:pt>
    <dgm:pt modelId="{64FDC849-0932-4FB9-B869-BC28E01D947B}" type="pres">
      <dgm:prSet presAssocID="{10D14AB8-A8D9-4E2B-9913-B28FE725B9E1}" presName="background" presStyleLbl="node0" presStyleIdx="0" presStyleCnt="2"/>
      <dgm:spPr/>
    </dgm:pt>
    <dgm:pt modelId="{97A51959-48D5-4142-B7DC-FAE4E3A55FC7}" type="pres">
      <dgm:prSet presAssocID="{10D14AB8-A8D9-4E2B-9913-B28FE725B9E1}" presName="text" presStyleLbl="fgAcc0" presStyleIdx="0" presStyleCnt="2">
        <dgm:presLayoutVars>
          <dgm:chPref val="3"/>
        </dgm:presLayoutVars>
      </dgm:prSet>
      <dgm:spPr/>
    </dgm:pt>
    <dgm:pt modelId="{A47ACB8F-9B6E-417D-9A3B-35BDEA2101B0}" type="pres">
      <dgm:prSet presAssocID="{10D14AB8-A8D9-4E2B-9913-B28FE725B9E1}" presName="hierChild2" presStyleCnt="0"/>
      <dgm:spPr/>
    </dgm:pt>
    <dgm:pt modelId="{2E2F0D13-27A1-461A-9EAF-0C822C03858D}" type="pres">
      <dgm:prSet presAssocID="{31A0EA08-FA24-47FD-A000-E5F056A2384E}" presName="hierRoot1" presStyleCnt="0"/>
      <dgm:spPr/>
    </dgm:pt>
    <dgm:pt modelId="{6FB1ADD5-09AE-4AFA-9FFF-1B76EE562696}" type="pres">
      <dgm:prSet presAssocID="{31A0EA08-FA24-47FD-A000-E5F056A2384E}" presName="composite" presStyleCnt="0"/>
      <dgm:spPr/>
    </dgm:pt>
    <dgm:pt modelId="{D02047AB-DFFE-42D5-967D-5835603F7E5D}" type="pres">
      <dgm:prSet presAssocID="{31A0EA08-FA24-47FD-A000-E5F056A2384E}" presName="background" presStyleLbl="node0" presStyleIdx="1" presStyleCnt="2"/>
      <dgm:spPr/>
    </dgm:pt>
    <dgm:pt modelId="{1544ED60-186D-43CB-8C78-380D4D336B4A}" type="pres">
      <dgm:prSet presAssocID="{31A0EA08-FA24-47FD-A000-E5F056A2384E}" presName="text" presStyleLbl="fgAcc0" presStyleIdx="1" presStyleCnt="2">
        <dgm:presLayoutVars>
          <dgm:chPref val="3"/>
        </dgm:presLayoutVars>
      </dgm:prSet>
      <dgm:spPr/>
    </dgm:pt>
    <dgm:pt modelId="{024048A3-657D-4C29-9A6E-ED7C0DCB527C}" type="pres">
      <dgm:prSet presAssocID="{31A0EA08-FA24-47FD-A000-E5F056A2384E}" presName="hierChild2" presStyleCnt="0"/>
      <dgm:spPr/>
    </dgm:pt>
  </dgm:ptLst>
  <dgm:cxnLst>
    <dgm:cxn modelId="{646B0F3E-2D25-46C0-BC9C-B12CDEC318EE}" srcId="{FE9B4C4E-581E-41A2-925A-96FA8CE632B6}" destId="{10D14AB8-A8D9-4E2B-9913-B28FE725B9E1}" srcOrd="0" destOrd="0" parTransId="{92E5BF61-19A7-4A2E-B6D8-779824CE08E4}" sibTransId="{A90BB607-712C-4CF2-8A56-4C3542844B04}"/>
    <dgm:cxn modelId="{4144A369-4BEA-4EBC-82F4-318BDE965F51}" srcId="{FE9B4C4E-581E-41A2-925A-96FA8CE632B6}" destId="{31A0EA08-FA24-47FD-A000-E5F056A2384E}" srcOrd="1" destOrd="0" parTransId="{B8053E1F-D5C5-4C48-97D5-B03FBB01DAE2}" sibTransId="{C503B751-09E4-4820-BCEB-80F284840573}"/>
    <dgm:cxn modelId="{7CDC05A7-F107-4385-B245-7C9DFC9E028B}" type="presOf" srcId="{10D14AB8-A8D9-4E2B-9913-B28FE725B9E1}" destId="{97A51959-48D5-4142-B7DC-FAE4E3A55FC7}" srcOrd="0" destOrd="0" presId="urn:microsoft.com/office/officeart/2005/8/layout/hierarchy1"/>
    <dgm:cxn modelId="{1D2200B4-C2A4-4386-ABFD-33257359217B}" type="presOf" srcId="{31A0EA08-FA24-47FD-A000-E5F056A2384E}" destId="{1544ED60-186D-43CB-8C78-380D4D336B4A}" srcOrd="0" destOrd="0" presId="urn:microsoft.com/office/officeart/2005/8/layout/hierarchy1"/>
    <dgm:cxn modelId="{72975EFE-A2C5-4FA3-8248-7DC79BCF26A6}" type="presOf" srcId="{FE9B4C4E-581E-41A2-925A-96FA8CE632B6}" destId="{07200F58-DEC2-427F-A957-338F6FD0753B}" srcOrd="0" destOrd="0" presId="urn:microsoft.com/office/officeart/2005/8/layout/hierarchy1"/>
    <dgm:cxn modelId="{F6DED1D4-C7DC-41FC-B258-C649310F77E2}" type="presParOf" srcId="{07200F58-DEC2-427F-A957-338F6FD0753B}" destId="{90F7E0BE-DC0C-424F-9C4A-C4537370738D}" srcOrd="0" destOrd="0" presId="urn:microsoft.com/office/officeart/2005/8/layout/hierarchy1"/>
    <dgm:cxn modelId="{BD9211F6-8EF5-46FD-B3CF-218758C04D8E}" type="presParOf" srcId="{90F7E0BE-DC0C-424F-9C4A-C4537370738D}" destId="{FCA37B7D-27B7-4837-A8B5-46B89F0ED472}" srcOrd="0" destOrd="0" presId="urn:microsoft.com/office/officeart/2005/8/layout/hierarchy1"/>
    <dgm:cxn modelId="{BA73424B-611F-46F0-A7EB-4E5545E0BCFB}" type="presParOf" srcId="{FCA37B7D-27B7-4837-A8B5-46B89F0ED472}" destId="{64FDC849-0932-4FB9-B869-BC28E01D947B}" srcOrd="0" destOrd="0" presId="urn:microsoft.com/office/officeart/2005/8/layout/hierarchy1"/>
    <dgm:cxn modelId="{86BA101B-F66E-4942-9C6B-13BDB8963B7C}" type="presParOf" srcId="{FCA37B7D-27B7-4837-A8B5-46B89F0ED472}" destId="{97A51959-48D5-4142-B7DC-FAE4E3A55FC7}" srcOrd="1" destOrd="0" presId="urn:microsoft.com/office/officeart/2005/8/layout/hierarchy1"/>
    <dgm:cxn modelId="{D57DED1B-1EEB-47B9-A320-FB350625E4AC}" type="presParOf" srcId="{90F7E0BE-DC0C-424F-9C4A-C4537370738D}" destId="{A47ACB8F-9B6E-417D-9A3B-35BDEA2101B0}" srcOrd="1" destOrd="0" presId="urn:microsoft.com/office/officeart/2005/8/layout/hierarchy1"/>
    <dgm:cxn modelId="{1C608E63-9A3B-42CD-8863-19A187219107}" type="presParOf" srcId="{07200F58-DEC2-427F-A957-338F6FD0753B}" destId="{2E2F0D13-27A1-461A-9EAF-0C822C03858D}" srcOrd="1" destOrd="0" presId="urn:microsoft.com/office/officeart/2005/8/layout/hierarchy1"/>
    <dgm:cxn modelId="{ECD728E9-EDC1-4B5E-9828-517AD92D1376}" type="presParOf" srcId="{2E2F0D13-27A1-461A-9EAF-0C822C03858D}" destId="{6FB1ADD5-09AE-4AFA-9FFF-1B76EE562696}" srcOrd="0" destOrd="0" presId="urn:microsoft.com/office/officeart/2005/8/layout/hierarchy1"/>
    <dgm:cxn modelId="{4DC59D0B-49A7-4F93-87D7-5C598D586AAE}" type="presParOf" srcId="{6FB1ADD5-09AE-4AFA-9FFF-1B76EE562696}" destId="{D02047AB-DFFE-42D5-967D-5835603F7E5D}" srcOrd="0" destOrd="0" presId="urn:microsoft.com/office/officeart/2005/8/layout/hierarchy1"/>
    <dgm:cxn modelId="{AAEEABAA-4716-4AA2-BAF5-7C3FE0CB2122}" type="presParOf" srcId="{6FB1ADD5-09AE-4AFA-9FFF-1B76EE562696}" destId="{1544ED60-186D-43CB-8C78-380D4D336B4A}" srcOrd="1" destOrd="0" presId="urn:microsoft.com/office/officeart/2005/8/layout/hierarchy1"/>
    <dgm:cxn modelId="{03E3A446-4E46-4A73-B081-EE3D7BE7463C}" type="presParOf" srcId="{2E2F0D13-27A1-461A-9EAF-0C822C03858D}" destId="{024048A3-657D-4C29-9A6E-ED7C0DCB527C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40132CC-715C-4D08-92DA-4378C416E62F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A842DB4-0A32-498D-ACC5-905F643B8DB4}">
      <dgm:prSet/>
      <dgm:spPr/>
      <dgm:t>
        <a:bodyPr/>
        <a:lstStyle/>
        <a:p>
          <a:pPr rtl="0">
            <a:lnSpc>
              <a:spcPct val="100000"/>
            </a:lnSpc>
          </a:pPr>
          <a:r>
            <a:rPr lang="en-US" dirty="0"/>
            <a:t>deliver the</a:t>
          </a:r>
          <a:r>
            <a:rPr lang="en-US" dirty="0">
              <a:latin typeface="Aptos Display" panose="02110004020202020204"/>
            </a:rPr>
            <a:t> product</a:t>
          </a:r>
          <a:r>
            <a:rPr lang="en-US" dirty="0"/>
            <a:t> within the deadline</a:t>
          </a:r>
        </a:p>
      </dgm:t>
    </dgm:pt>
    <dgm:pt modelId="{F029402F-F5CC-45C8-8E2C-A6D9A055978D}" type="parTrans" cxnId="{F8506D87-1130-4A4D-961D-D66CDD9F10C0}">
      <dgm:prSet/>
      <dgm:spPr/>
      <dgm:t>
        <a:bodyPr/>
        <a:lstStyle/>
        <a:p>
          <a:endParaRPr lang="en-US"/>
        </a:p>
      </dgm:t>
    </dgm:pt>
    <dgm:pt modelId="{F9547B49-50A6-441D-9921-9797908D01D9}" type="sibTrans" cxnId="{F8506D87-1130-4A4D-961D-D66CDD9F10C0}">
      <dgm:prSet/>
      <dgm:spPr/>
      <dgm:t>
        <a:bodyPr/>
        <a:lstStyle/>
        <a:p>
          <a:endParaRPr lang="en-US"/>
        </a:p>
      </dgm:t>
    </dgm:pt>
    <dgm:pt modelId="{8C90799B-C165-46A8-B314-A4D20F38B45C}">
      <dgm:prSet/>
      <dgm:spPr/>
      <dgm:t>
        <a:bodyPr/>
        <a:lstStyle/>
        <a:p>
          <a:pPr rtl="0">
            <a:lnSpc>
              <a:spcPct val="100000"/>
            </a:lnSpc>
          </a:pPr>
          <a:r>
            <a:rPr lang="en-US" dirty="0"/>
            <a:t>deliver all ordered items</a:t>
          </a:r>
          <a:r>
            <a:rPr lang="en-US" dirty="0">
              <a:latin typeface="Aptos Display" panose="02110004020202020204"/>
            </a:rPr>
            <a:t> </a:t>
          </a:r>
          <a:endParaRPr lang="en-US" dirty="0"/>
        </a:p>
      </dgm:t>
    </dgm:pt>
    <dgm:pt modelId="{AA440556-E4CB-4700-86DF-48F5DC20530F}" type="parTrans" cxnId="{3718E98C-CCF9-416C-B3DC-C7CAFD146E62}">
      <dgm:prSet/>
      <dgm:spPr/>
      <dgm:t>
        <a:bodyPr/>
        <a:lstStyle/>
        <a:p>
          <a:endParaRPr lang="en-US"/>
        </a:p>
      </dgm:t>
    </dgm:pt>
    <dgm:pt modelId="{8C49E9B8-BAD5-4AE3-8B8E-323B8363A421}" type="sibTrans" cxnId="{3718E98C-CCF9-416C-B3DC-C7CAFD146E62}">
      <dgm:prSet/>
      <dgm:spPr/>
      <dgm:t>
        <a:bodyPr/>
        <a:lstStyle/>
        <a:p>
          <a:endParaRPr lang="en-US"/>
        </a:p>
      </dgm:t>
    </dgm:pt>
    <dgm:pt modelId="{4B5609B8-53C9-4A29-95F3-65F5CE76DA5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Better communication with customers regarding latest updates</a:t>
          </a:r>
        </a:p>
      </dgm:t>
    </dgm:pt>
    <dgm:pt modelId="{6201A99C-8AEE-4E74-B173-1A60702B9D50}" type="parTrans" cxnId="{A6E01FCE-3EDB-40AE-8153-DDF62A7DB8BF}">
      <dgm:prSet/>
      <dgm:spPr/>
      <dgm:t>
        <a:bodyPr/>
        <a:lstStyle/>
        <a:p>
          <a:endParaRPr lang="en-US"/>
        </a:p>
      </dgm:t>
    </dgm:pt>
    <dgm:pt modelId="{F9F9FA1C-8978-4275-A790-5CA66670A476}" type="sibTrans" cxnId="{A6E01FCE-3EDB-40AE-8153-DDF62A7DB8BF}">
      <dgm:prSet/>
      <dgm:spPr/>
      <dgm:t>
        <a:bodyPr/>
        <a:lstStyle/>
        <a:p>
          <a:endParaRPr lang="en-US"/>
        </a:p>
      </dgm:t>
    </dgm:pt>
    <dgm:pt modelId="{A3B1FCDC-6133-4C19-90FB-01CDEEDF8A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Improve quality and good packaging of product</a:t>
          </a:r>
        </a:p>
      </dgm:t>
    </dgm:pt>
    <dgm:pt modelId="{D238FB5E-4380-4FFF-83D4-E61E931F38C5}" type="parTrans" cxnId="{C267CFAF-C76C-475C-BE0C-0DF9F2ABFCB6}">
      <dgm:prSet/>
      <dgm:spPr/>
      <dgm:t>
        <a:bodyPr/>
        <a:lstStyle/>
        <a:p>
          <a:endParaRPr lang="en-US"/>
        </a:p>
      </dgm:t>
    </dgm:pt>
    <dgm:pt modelId="{20B7F41D-A77D-4EE9-A086-9A7FE9B17D07}" type="sibTrans" cxnId="{C267CFAF-C76C-475C-BE0C-0DF9F2ABFCB6}">
      <dgm:prSet/>
      <dgm:spPr/>
      <dgm:t>
        <a:bodyPr/>
        <a:lstStyle/>
        <a:p>
          <a:endParaRPr lang="en-US"/>
        </a:p>
      </dgm:t>
    </dgm:pt>
    <dgm:pt modelId="{ED44853D-B965-44ED-8D6B-09C1460B12DB}" type="pres">
      <dgm:prSet presAssocID="{F40132CC-715C-4D08-92DA-4378C416E62F}" presName="root" presStyleCnt="0">
        <dgm:presLayoutVars>
          <dgm:dir/>
          <dgm:resizeHandles val="exact"/>
        </dgm:presLayoutVars>
      </dgm:prSet>
      <dgm:spPr/>
    </dgm:pt>
    <dgm:pt modelId="{ACBDE051-2591-4983-913C-59E4CD36746C}" type="pres">
      <dgm:prSet presAssocID="{FA842DB4-0A32-498D-ACC5-905F643B8DB4}" presName="compNode" presStyleCnt="0"/>
      <dgm:spPr/>
    </dgm:pt>
    <dgm:pt modelId="{FFB94E4F-F88D-4B49-98B0-69BECB1E5691}" type="pres">
      <dgm:prSet presAssocID="{FA842DB4-0A32-498D-ACC5-905F643B8DB4}" presName="bgRect" presStyleLbl="bgShp" presStyleIdx="0" presStyleCnt="4"/>
      <dgm:spPr/>
    </dgm:pt>
    <dgm:pt modelId="{537EDA51-0892-4069-9CBC-041A4D8A6275}" type="pres">
      <dgm:prSet presAssocID="{FA842DB4-0A32-498D-ACC5-905F643B8DB4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8E4C7353-93C4-4406-B39A-D4907579B937}" type="pres">
      <dgm:prSet presAssocID="{FA842DB4-0A32-498D-ACC5-905F643B8DB4}" presName="spaceRect" presStyleCnt="0"/>
      <dgm:spPr/>
    </dgm:pt>
    <dgm:pt modelId="{A3248A70-9085-43F7-9928-2DE777F80421}" type="pres">
      <dgm:prSet presAssocID="{FA842DB4-0A32-498D-ACC5-905F643B8DB4}" presName="parTx" presStyleLbl="revTx" presStyleIdx="0" presStyleCnt="4">
        <dgm:presLayoutVars>
          <dgm:chMax val="0"/>
          <dgm:chPref val="0"/>
        </dgm:presLayoutVars>
      </dgm:prSet>
      <dgm:spPr/>
    </dgm:pt>
    <dgm:pt modelId="{98F4CFB8-C3F1-4928-9007-B11A0A013358}" type="pres">
      <dgm:prSet presAssocID="{F9547B49-50A6-441D-9921-9797908D01D9}" presName="sibTrans" presStyleCnt="0"/>
      <dgm:spPr/>
    </dgm:pt>
    <dgm:pt modelId="{BD71EE62-03CC-4CF4-B405-568C7D329D99}" type="pres">
      <dgm:prSet presAssocID="{8C90799B-C165-46A8-B314-A4D20F38B45C}" presName="compNode" presStyleCnt="0"/>
      <dgm:spPr/>
    </dgm:pt>
    <dgm:pt modelId="{A5C85F5E-A00B-4642-A6F4-2DCDB5304A61}" type="pres">
      <dgm:prSet presAssocID="{8C90799B-C165-46A8-B314-A4D20F38B45C}" presName="bgRect" presStyleLbl="bgShp" presStyleIdx="1" presStyleCnt="4"/>
      <dgm:spPr/>
    </dgm:pt>
    <dgm:pt modelId="{31CD1DC0-022E-4CE4-A238-1E7B125F5F82}" type="pres">
      <dgm:prSet presAssocID="{8C90799B-C165-46A8-B314-A4D20F38B45C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F5DB977A-3282-472B-B556-1D86027BDAF2}" type="pres">
      <dgm:prSet presAssocID="{8C90799B-C165-46A8-B314-A4D20F38B45C}" presName="spaceRect" presStyleCnt="0"/>
      <dgm:spPr/>
    </dgm:pt>
    <dgm:pt modelId="{052CD8C3-750B-4630-ADB4-52665FBF4160}" type="pres">
      <dgm:prSet presAssocID="{8C90799B-C165-46A8-B314-A4D20F38B45C}" presName="parTx" presStyleLbl="revTx" presStyleIdx="1" presStyleCnt="4">
        <dgm:presLayoutVars>
          <dgm:chMax val="0"/>
          <dgm:chPref val="0"/>
        </dgm:presLayoutVars>
      </dgm:prSet>
      <dgm:spPr/>
    </dgm:pt>
    <dgm:pt modelId="{ED84F5DB-ADFF-4221-BA83-40FE6ABEDE51}" type="pres">
      <dgm:prSet presAssocID="{8C49E9B8-BAD5-4AE3-8B8E-323B8363A421}" presName="sibTrans" presStyleCnt="0"/>
      <dgm:spPr/>
    </dgm:pt>
    <dgm:pt modelId="{A6CCD647-A52D-441B-BAC2-9DC3E9890061}" type="pres">
      <dgm:prSet presAssocID="{4B5609B8-53C9-4A29-95F3-65F5CE76DA54}" presName="compNode" presStyleCnt="0"/>
      <dgm:spPr/>
    </dgm:pt>
    <dgm:pt modelId="{6E1F978B-73AA-4AF2-9862-E27B1031AF1E}" type="pres">
      <dgm:prSet presAssocID="{4B5609B8-53C9-4A29-95F3-65F5CE76DA54}" presName="bgRect" presStyleLbl="bgShp" presStyleIdx="2" presStyleCnt="4"/>
      <dgm:spPr/>
    </dgm:pt>
    <dgm:pt modelId="{F590EDFB-B009-472B-A170-C6BFC776BF81}" type="pres">
      <dgm:prSet presAssocID="{4B5609B8-53C9-4A29-95F3-65F5CE76DA54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585531E5-E314-4727-8AC1-C5888DEB3A45}" type="pres">
      <dgm:prSet presAssocID="{4B5609B8-53C9-4A29-95F3-65F5CE76DA54}" presName="spaceRect" presStyleCnt="0"/>
      <dgm:spPr/>
    </dgm:pt>
    <dgm:pt modelId="{28DEEB66-3A83-4A6D-83E2-4438F88A4F6E}" type="pres">
      <dgm:prSet presAssocID="{4B5609B8-53C9-4A29-95F3-65F5CE76DA54}" presName="parTx" presStyleLbl="revTx" presStyleIdx="2" presStyleCnt="4">
        <dgm:presLayoutVars>
          <dgm:chMax val="0"/>
          <dgm:chPref val="0"/>
        </dgm:presLayoutVars>
      </dgm:prSet>
      <dgm:spPr/>
    </dgm:pt>
    <dgm:pt modelId="{EDB367D7-3F53-4CD8-9EC9-A42B4A1FF187}" type="pres">
      <dgm:prSet presAssocID="{F9F9FA1C-8978-4275-A790-5CA66670A476}" presName="sibTrans" presStyleCnt="0"/>
      <dgm:spPr/>
    </dgm:pt>
    <dgm:pt modelId="{27AC2042-EC89-4B47-AD3C-4DB46C07CD11}" type="pres">
      <dgm:prSet presAssocID="{A3B1FCDC-6133-4C19-90FB-01CDEEDF8AC7}" presName="compNode" presStyleCnt="0"/>
      <dgm:spPr/>
    </dgm:pt>
    <dgm:pt modelId="{4A5DD094-C607-4DDB-BD03-2D0D098F2819}" type="pres">
      <dgm:prSet presAssocID="{A3B1FCDC-6133-4C19-90FB-01CDEEDF8AC7}" presName="bgRect" presStyleLbl="bgShp" presStyleIdx="3" presStyleCnt="4"/>
      <dgm:spPr/>
    </dgm:pt>
    <dgm:pt modelId="{42019462-2E3C-4174-A4F8-0E024C3F38F4}" type="pres">
      <dgm:prSet presAssocID="{A3B1FCDC-6133-4C19-90FB-01CDEEDF8AC7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7D1D5275-90EC-446B-8DF2-9EA7656CCA6D}" type="pres">
      <dgm:prSet presAssocID="{A3B1FCDC-6133-4C19-90FB-01CDEEDF8AC7}" presName="spaceRect" presStyleCnt="0"/>
      <dgm:spPr/>
    </dgm:pt>
    <dgm:pt modelId="{189B2E63-7A80-4715-B1A3-41D22233CC14}" type="pres">
      <dgm:prSet presAssocID="{A3B1FCDC-6133-4C19-90FB-01CDEEDF8AC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31E9081E-871A-4BBC-A5A8-9BD3C739A642}" type="presOf" srcId="{8C90799B-C165-46A8-B314-A4D20F38B45C}" destId="{052CD8C3-750B-4630-ADB4-52665FBF4160}" srcOrd="0" destOrd="0" presId="urn:microsoft.com/office/officeart/2018/2/layout/IconVerticalSolidList"/>
    <dgm:cxn modelId="{77326C5B-18FA-4F63-A128-963A573494E1}" type="presOf" srcId="{A3B1FCDC-6133-4C19-90FB-01CDEEDF8AC7}" destId="{189B2E63-7A80-4715-B1A3-41D22233CC14}" srcOrd="0" destOrd="0" presId="urn:microsoft.com/office/officeart/2018/2/layout/IconVerticalSolidList"/>
    <dgm:cxn modelId="{B46E0B50-C1D7-4865-A254-D6CF0CA1FFC2}" type="presOf" srcId="{FA842DB4-0A32-498D-ACC5-905F643B8DB4}" destId="{A3248A70-9085-43F7-9928-2DE777F80421}" srcOrd="0" destOrd="0" presId="urn:microsoft.com/office/officeart/2018/2/layout/IconVerticalSolidList"/>
    <dgm:cxn modelId="{F8506D87-1130-4A4D-961D-D66CDD9F10C0}" srcId="{F40132CC-715C-4D08-92DA-4378C416E62F}" destId="{FA842DB4-0A32-498D-ACC5-905F643B8DB4}" srcOrd="0" destOrd="0" parTransId="{F029402F-F5CC-45C8-8E2C-A6D9A055978D}" sibTransId="{F9547B49-50A6-441D-9921-9797908D01D9}"/>
    <dgm:cxn modelId="{3718E98C-CCF9-416C-B3DC-C7CAFD146E62}" srcId="{F40132CC-715C-4D08-92DA-4378C416E62F}" destId="{8C90799B-C165-46A8-B314-A4D20F38B45C}" srcOrd="1" destOrd="0" parTransId="{AA440556-E4CB-4700-86DF-48F5DC20530F}" sibTransId="{8C49E9B8-BAD5-4AE3-8B8E-323B8363A421}"/>
    <dgm:cxn modelId="{C267CFAF-C76C-475C-BE0C-0DF9F2ABFCB6}" srcId="{F40132CC-715C-4D08-92DA-4378C416E62F}" destId="{A3B1FCDC-6133-4C19-90FB-01CDEEDF8AC7}" srcOrd="3" destOrd="0" parTransId="{D238FB5E-4380-4FFF-83D4-E61E931F38C5}" sibTransId="{20B7F41D-A77D-4EE9-A086-9A7FE9B17D07}"/>
    <dgm:cxn modelId="{5DE2CEC9-010F-45C7-AF6B-BF9918DF8307}" type="presOf" srcId="{4B5609B8-53C9-4A29-95F3-65F5CE76DA54}" destId="{28DEEB66-3A83-4A6D-83E2-4438F88A4F6E}" srcOrd="0" destOrd="0" presId="urn:microsoft.com/office/officeart/2018/2/layout/IconVerticalSolidList"/>
    <dgm:cxn modelId="{A6E01FCE-3EDB-40AE-8153-DDF62A7DB8BF}" srcId="{F40132CC-715C-4D08-92DA-4378C416E62F}" destId="{4B5609B8-53C9-4A29-95F3-65F5CE76DA54}" srcOrd="2" destOrd="0" parTransId="{6201A99C-8AEE-4E74-B173-1A60702B9D50}" sibTransId="{F9F9FA1C-8978-4275-A790-5CA66670A476}"/>
    <dgm:cxn modelId="{C9C7E0F9-A222-42E0-AE01-7458C722FBD8}" type="presOf" srcId="{F40132CC-715C-4D08-92DA-4378C416E62F}" destId="{ED44853D-B965-44ED-8D6B-09C1460B12DB}" srcOrd="0" destOrd="0" presId="urn:microsoft.com/office/officeart/2018/2/layout/IconVerticalSolidList"/>
    <dgm:cxn modelId="{63969061-D81A-4585-9A02-113D4C513E29}" type="presParOf" srcId="{ED44853D-B965-44ED-8D6B-09C1460B12DB}" destId="{ACBDE051-2591-4983-913C-59E4CD36746C}" srcOrd="0" destOrd="0" presId="urn:microsoft.com/office/officeart/2018/2/layout/IconVerticalSolidList"/>
    <dgm:cxn modelId="{1AA0B939-1C42-4259-B235-5A22E2C139DC}" type="presParOf" srcId="{ACBDE051-2591-4983-913C-59E4CD36746C}" destId="{FFB94E4F-F88D-4B49-98B0-69BECB1E5691}" srcOrd="0" destOrd="0" presId="urn:microsoft.com/office/officeart/2018/2/layout/IconVerticalSolidList"/>
    <dgm:cxn modelId="{07AAC3FB-DCDF-438F-891B-64D72224998F}" type="presParOf" srcId="{ACBDE051-2591-4983-913C-59E4CD36746C}" destId="{537EDA51-0892-4069-9CBC-041A4D8A6275}" srcOrd="1" destOrd="0" presId="urn:microsoft.com/office/officeart/2018/2/layout/IconVerticalSolidList"/>
    <dgm:cxn modelId="{74FCB9B6-2456-4711-AF22-D7FEF7A1083B}" type="presParOf" srcId="{ACBDE051-2591-4983-913C-59E4CD36746C}" destId="{8E4C7353-93C4-4406-B39A-D4907579B937}" srcOrd="2" destOrd="0" presId="urn:microsoft.com/office/officeart/2018/2/layout/IconVerticalSolidList"/>
    <dgm:cxn modelId="{E07911B5-CA11-40F5-A1B2-2B3875DC89D6}" type="presParOf" srcId="{ACBDE051-2591-4983-913C-59E4CD36746C}" destId="{A3248A70-9085-43F7-9928-2DE777F80421}" srcOrd="3" destOrd="0" presId="urn:microsoft.com/office/officeart/2018/2/layout/IconVerticalSolidList"/>
    <dgm:cxn modelId="{8C2ACFEC-EAF8-433B-8A88-FE9107605238}" type="presParOf" srcId="{ED44853D-B965-44ED-8D6B-09C1460B12DB}" destId="{98F4CFB8-C3F1-4928-9007-B11A0A013358}" srcOrd="1" destOrd="0" presId="urn:microsoft.com/office/officeart/2018/2/layout/IconVerticalSolidList"/>
    <dgm:cxn modelId="{9BB6E8D5-23CF-42EA-AEE4-FB66B31C3F7B}" type="presParOf" srcId="{ED44853D-B965-44ED-8D6B-09C1460B12DB}" destId="{BD71EE62-03CC-4CF4-B405-568C7D329D99}" srcOrd="2" destOrd="0" presId="urn:microsoft.com/office/officeart/2018/2/layout/IconVerticalSolidList"/>
    <dgm:cxn modelId="{725EB1BD-9E66-489E-8400-95F1021BE324}" type="presParOf" srcId="{BD71EE62-03CC-4CF4-B405-568C7D329D99}" destId="{A5C85F5E-A00B-4642-A6F4-2DCDB5304A61}" srcOrd="0" destOrd="0" presId="urn:microsoft.com/office/officeart/2018/2/layout/IconVerticalSolidList"/>
    <dgm:cxn modelId="{ABD022BE-5A37-4748-BDCF-11CCFFE646CF}" type="presParOf" srcId="{BD71EE62-03CC-4CF4-B405-568C7D329D99}" destId="{31CD1DC0-022E-4CE4-A238-1E7B125F5F82}" srcOrd="1" destOrd="0" presId="urn:microsoft.com/office/officeart/2018/2/layout/IconVerticalSolidList"/>
    <dgm:cxn modelId="{69D9499A-EBEE-4B06-B790-13E4AEC338AB}" type="presParOf" srcId="{BD71EE62-03CC-4CF4-B405-568C7D329D99}" destId="{F5DB977A-3282-472B-B556-1D86027BDAF2}" srcOrd="2" destOrd="0" presId="urn:microsoft.com/office/officeart/2018/2/layout/IconVerticalSolidList"/>
    <dgm:cxn modelId="{134E5670-E2A7-4C09-A5FD-25DE4426C813}" type="presParOf" srcId="{BD71EE62-03CC-4CF4-B405-568C7D329D99}" destId="{052CD8C3-750B-4630-ADB4-52665FBF4160}" srcOrd="3" destOrd="0" presId="urn:microsoft.com/office/officeart/2018/2/layout/IconVerticalSolidList"/>
    <dgm:cxn modelId="{2B2C17BF-3CD0-40CC-91A6-2EF9EDE43C16}" type="presParOf" srcId="{ED44853D-B965-44ED-8D6B-09C1460B12DB}" destId="{ED84F5DB-ADFF-4221-BA83-40FE6ABEDE51}" srcOrd="3" destOrd="0" presId="urn:microsoft.com/office/officeart/2018/2/layout/IconVerticalSolidList"/>
    <dgm:cxn modelId="{9AFEBCB3-F076-42EB-8029-D8A8E40557CC}" type="presParOf" srcId="{ED44853D-B965-44ED-8D6B-09C1460B12DB}" destId="{A6CCD647-A52D-441B-BAC2-9DC3E9890061}" srcOrd="4" destOrd="0" presId="urn:microsoft.com/office/officeart/2018/2/layout/IconVerticalSolidList"/>
    <dgm:cxn modelId="{69DC3E64-7014-40B7-8EDF-2290484FBF85}" type="presParOf" srcId="{A6CCD647-A52D-441B-BAC2-9DC3E9890061}" destId="{6E1F978B-73AA-4AF2-9862-E27B1031AF1E}" srcOrd="0" destOrd="0" presId="urn:microsoft.com/office/officeart/2018/2/layout/IconVerticalSolidList"/>
    <dgm:cxn modelId="{171F36C5-D5C6-4144-9546-6EB702186040}" type="presParOf" srcId="{A6CCD647-A52D-441B-BAC2-9DC3E9890061}" destId="{F590EDFB-B009-472B-A170-C6BFC776BF81}" srcOrd="1" destOrd="0" presId="urn:microsoft.com/office/officeart/2018/2/layout/IconVerticalSolidList"/>
    <dgm:cxn modelId="{C20148CD-AA66-4D3B-8A6D-F0B4A232D631}" type="presParOf" srcId="{A6CCD647-A52D-441B-BAC2-9DC3E9890061}" destId="{585531E5-E314-4727-8AC1-C5888DEB3A45}" srcOrd="2" destOrd="0" presId="urn:microsoft.com/office/officeart/2018/2/layout/IconVerticalSolidList"/>
    <dgm:cxn modelId="{F8681DAA-CC4F-49B4-9CD6-6FD5C8898AF8}" type="presParOf" srcId="{A6CCD647-A52D-441B-BAC2-9DC3E9890061}" destId="{28DEEB66-3A83-4A6D-83E2-4438F88A4F6E}" srcOrd="3" destOrd="0" presId="urn:microsoft.com/office/officeart/2018/2/layout/IconVerticalSolidList"/>
    <dgm:cxn modelId="{068E64BA-7521-4792-9A28-8F83CAA83560}" type="presParOf" srcId="{ED44853D-B965-44ED-8D6B-09C1460B12DB}" destId="{EDB367D7-3F53-4CD8-9EC9-A42B4A1FF187}" srcOrd="5" destOrd="0" presId="urn:microsoft.com/office/officeart/2018/2/layout/IconVerticalSolidList"/>
    <dgm:cxn modelId="{6937DF83-CE91-4139-843B-BB4BAA19735E}" type="presParOf" srcId="{ED44853D-B965-44ED-8D6B-09C1460B12DB}" destId="{27AC2042-EC89-4B47-AD3C-4DB46C07CD11}" srcOrd="6" destOrd="0" presId="urn:microsoft.com/office/officeart/2018/2/layout/IconVerticalSolidList"/>
    <dgm:cxn modelId="{F9CB45B0-23FF-4442-B4C6-984DC2DFA99E}" type="presParOf" srcId="{27AC2042-EC89-4B47-AD3C-4DB46C07CD11}" destId="{4A5DD094-C607-4DDB-BD03-2D0D098F2819}" srcOrd="0" destOrd="0" presId="urn:microsoft.com/office/officeart/2018/2/layout/IconVerticalSolidList"/>
    <dgm:cxn modelId="{BEF5E113-FA63-4EDB-B6EA-16B288D95698}" type="presParOf" srcId="{27AC2042-EC89-4B47-AD3C-4DB46C07CD11}" destId="{42019462-2E3C-4174-A4F8-0E024C3F38F4}" srcOrd="1" destOrd="0" presId="urn:microsoft.com/office/officeart/2018/2/layout/IconVerticalSolidList"/>
    <dgm:cxn modelId="{C214911B-A550-4587-A6E9-E615AA93EC02}" type="presParOf" srcId="{27AC2042-EC89-4B47-AD3C-4DB46C07CD11}" destId="{7D1D5275-90EC-446B-8DF2-9EA7656CCA6D}" srcOrd="2" destOrd="0" presId="urn:microsoft.com/office/officeart/2018/2/layout/IconVerticalSolidList"/>
    <dgm:cxn modelId="{664BACA7-4950-4154-B2D4-B12BF99A26CD}" type="presParOf" srcId="{27AC2042-EC89-4B47-AD3C-4DB46C07CD11}" destId="{189B2E63-7A80-4715-B1A3-41D22233CC1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376E77B-5746-41BC-BDC6-94D051E935D9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755D86DC-DD20-4D19-9A75-6B4612C74C21}">
      <dgm:prSet/>
      <dgm:spPr/>
      <dgm:t>
        <a:bodyPr/>
        <a:lstStyle/>
        <a:p>
          <a:r>
            <a:rPr lang="en-US"/>
            <a:t>57.8 % are highly satisfied</a:t>
          </a:r>
        </a:p>
      </dgm:t>
    </dgm:pt>
    <dgm:pt modelId="{1B4626B6-25CE-4353-A3A0-BADD62FC646C}" type="parTrans" cxnId="{27AB46F4-DDAA-4016-A6E4-6BC709B0BA42}">
      <dgm:prSet/>
      <dgm:spPr/>
      <dgm:t>
        <a:bodyPr/>
        <a:lstStyle/>
        <a:p>
          <a:endParaRPr lang="en-US"/>
        </a:p>
      </dgm:t>
    </dgm:pt>
    <dgm:pt modelId="{7B58228B-611C-4393-87CC-BB0D0786A6F0}" type="sibTrans" cxnId="{27AB46F4-DDAA-4016-A6E4-6BC709B0BA42}">
      <dgm:prSet/>
      <dgm:spPr/>
      <dgm:t>
        <a:bodyPr/>
        <a:lstStyle/>
        <a:p>
          <a:endParaRPr lang="en-US"/>
        </a:p>
      </dgm:t>
    </dgm:pt>
    <dgm:pt modelId="{3E662265-C6E4-4B14-815D-2ADF79214467}">
      <dgm:prSet/>
      <dgm:spPr/>
      <dgm:t>
        <a:bodyPr/>
        <a:lstStyle/>
        <a:p>
          <a:r>
            <a:rPr lang="en-US"/>
            <a:t>8% are neutral</a:t>
          </a:r>
        </a:p>
      </dgm:t>
    </dgm:pt>
    <dgm:pt modelId="{C5AD87BD-376D-44DE-AFA0-E299755115DD}" type="parTrans" cxnId="{3ACDFFCF-AD7E-49BF-8C59-30E46D1A3355}">
      <dgm:prSet/>
      <dgm:spPr/>
      <dgm:t>
        <a:bodyPr/>
        <a:lstStyle/>
        <a:p>
          <a:endParaRPr lang="en-US"/>
        </a:p>
      </dgm:t>
    </dgm:pt>
    <dgm:pt modelId="{2DED29D1-C181-4794-9EC7-3057333F44B3}" type="sibTrans" cxnId="{3ACDFFCF-AD7E-49BF-8C59-30E46D1A3355}">
      <dgm:prSet/>
      <dgm:spPr/>
      <dgm:t>
        <a:bodyPr/>
        <a:lstStyle/>
        <a:p>
          <a:endParaRPr lang="en-US"/>
        </a:p>
      </dgm:t>
    </dgm:pt>
    <dgm:pt modelId="{35CF47B1-7285-4B50-9995-D37E610CC76B}">
      <dgm:prSet/>
      <dgm:spPr/>
      <dgm:t>
        <a:bodyPr/>
        <a:lstStyle/>
        <a:p>
          <a:r>
            <a:rPr lang="en-US"/>
            <a:t>11.4% are unsatisfied</a:t>
          </a:r>
        </a:p>
      </dgm:t>
    </dgm:pt>
    <dgm:pt modelId="{D1527B9B-DE7E-4970-B76C-16654754D3A9}" type="parTrans" cxnId="{B3D6AAA7-B260-442D-8ADB-5DEE006BF879}">
      <dgm:prSet/>
      <dgm:spPr/>
      <dgm:t>
        <a:bodyPr/>
        <a:lstStyle/>
        <a:p>
          <a:endParaRPr lang="en-US"/>
        </a:p>
      </dgm:t>
    </dgm:pt>
    <dgm:pt modelId="{8F2085F2-6258-4B7A-8DE2-894E23C7B407}" type="sibTrans" cxnId="{B3D6AAA7-B260-442D-8ADB-5DEE006BF879}">
      <dgm:prSet/>
      <dgm:spPr/>
      <dgm:t>
        <a:bodyPr/>
        <a:lstStyle/>
        <a:p>
          <a:endParaRPr lang="en-US"/>
        </a:p>
      </dgm:t>
    </dgm:pt>
    <dgm:pt modelId="{A55FDBDA-6FA9-4A93-87CE-26B30DEB885F}" type="pres">
      <dgm:prSet presAssocID="{A376E77B-5746-41BC-BDC6-94D051E935D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BD384D8-C4A7-4FFA-A96E-B2ECA8F774C5}" type="pres">
      <dgm:prSet presAssocID="{755D86DC-DD20-4D19-9A75-6B4612C74C21}" presName="hierRoot1" presStyleCnt="0"/>
      <dgm:spPr/>
    </dgm:pt>
    <dgm:pt modelId="{FF9144AA-F7B1-4839-8EFD-F4315C3C373D}" type="pres">
      <dgm:prSet presAssocID="{755D86DC-DD20-4D19-9A75-6B4612C74C21}" presName="composite" presStyleCnt="0"/>
      <dgm:spPr/>
    </dgm:pt>
    <dgm:pt modelId="{A55858F4-B242-475C-B09A-DD998AF2563F}" type="pres">
      <dgm:prSet presAssocID="{755D86DC-DD20-4D19-9A75-6B4612C74C21}" presName="background" presStyleLbl="node0" presStyleIdx="0" presStyleCnt="3"/>
      <dgm:spPr/>
    </dgm:pt>
    <dgm:pt modelId="{9403C6D5-0279-435A-9366-F5BEC7A9BAFC}" type="pres">
      <dgm:prSet presAssocID="{755D86DC-DD20-4D19-9A75-6B4612C74C21}" presName="text" presStyleLbl="fgAcc0" presStyleIdx="0" presStyleCnt="3">
        <dgm:presLayoutVars>
          <dgm:chPref val="3"/>
        </dgm:presLayoutVars>
      </dgm:prSet>
      <dgm:spPr/>
    </dgm:pt>
    <dgm:pt modelId="{FC9D8C70-5D40-4269-8293-5CAC7EE4701D}" type="pres">
      <dgm:prSet presAssocID="{755D86DC-DD20-4D19-9A75-6B4612C74C21}" presName="hierChild2" presStyleCnt="0"/>
      <dgm:spPr/>
    </dgm:pt>
    <dgm:pt modelId="{7677736C-A5B2-483A-8077-13CF1767056B}" type="pres">
      <dgm:prSet presAssocID="{3E662265-C6E4-4B14-815D-2ADF79214467}" presName="hierRoot1" presStyleCnt="0"/>
      <dgm:spPr/>
    </dgm:pt>
    <dgm:pt modelId="{5E110618-74BE-47F1-8CAC-A9A9AFEF2535}" type="pres">
      <dgm:prSet presAssocID="{3E662265-C6E4-4B14-815D-2ADF79214467}" presName="composite" presStyleCnt="0"/>
      <dgm:spPr/>
    </dgm:pt>
    <dgm:pt modelId="{EDF42682-8D02-4258-909D-D39B80B29091}" type="pres">
      <dgm:prSet presAssocID="{3E662265-C6E4-4B14-815D-2ADF79214467}" presName="background" presStyleLbl="node0" presStyleIdx="1" presStyleCnt="3"/>
      <dgm:spPr/>
    </dgm:pt>
    <dgm:pt modelId="{59AF71EF-7C0E-450F-AFCF-5404A417088A}" type="pres">
      <dgm:prSet presAssocID="{3E662265-C6E4-4B14-815D-2ADF79214467}" presName="text" presStyleLbl="fgAcc0" presStyleIdx="1" presStyleCnt="3">
        <dgm:presLayoutVars>
          <dgm:chPref val="3"/>
        </dgm:presLayoutVars>
      </dgm:prSet>
      <dgm:spPr/>
    </dgm:pt>
    <dgm:pt modelId="{EBA4BEEE-E1B3-4F4C-B29A-DF045843A414}" type="pres">
      <dgm:prSet presAssocID="{3E662265-C6E4-4B14-815D-2ADF79214467}" presName="hierChild2" presStyleCnt="0"/>
      <dgm:spPr/>
    </dgm:pt>
    <dgm:pt modelId="{142FBE3D-EF26-4737-A721-52394AED405D}" type="pres">
      <dgm:prSet presAssocID="{35CF47B1-7285-4B50-9995-D37E610CC76B}" presName="hierRoot1" presStyleCnt="0"/>
      <dgm:spPr/>
    </dgm:pt>
    <dgm:pt modelId="{00264325-4FED-4F0C-BE79-9B5885E84122}" type="pres">
      <dgm:prSet presAssocID="{35CF47B1-7285-4B50-9995-D37E610CC76B}" presName="composite" presStyleCnt="0"/>
      <dgm:spPr/>
    </dgm:pt>
    <dgm:pt modelId="{D0AC7ACF-5E20-410B-887D-65C480AE4D49}" type="pres">
      <dgm:prSet presAssocID="{35CF47B1-7285-4B50-9995-D37E610CC76B}" presName="background" presStyleLbl="node0" presStyleIdx="2" presStyleCnt="3"/>
      <dgm:spPr/>
    </dgm:pt>
    <dgm:pt modelId="{B3E218EF-88EF-4230-AB00-870D0662CC0A}" type="pres">
      <dgm:prSet presAssocID="{35CF47B1-7285-4B50-9995-D37E610CC76B}" presName="text" presStyleLbl="fgAcc0" presStyleIdx="2" presStyleCnt="3">
        <dgm:presLayoutVars>
          <dgm:chPref val="3"/>
        </dgm:presLayoutVars>
      </dgm:prSet>
      <dgm:spPr/>
    </dgm:pt>
    <dgm:pt modelId="{67F2AB68-420A-4042-8857-23676DF7C181}" type="pres">
      <dgm:prSet presAssocID="{35CF47B1-7285-4B50-9995-D37E610CC76B}" presName="hierChild2" presStyleCnt="0"/>
      <dgm:spPr/>
    </dgm:pt>
  </dgm:ptLst>
  <dgm:cxnLst>
    <dgm:cxn modelId="{32E12119-4995-4E1D-BF18-F2ED4BDB84C6}" type="presOf" srcId="{35CF47B1-7285-4B50-9995-D37E610CC76B}" destId="{B3E218EF-88EF-4230-AB00-870D0662CC0A}" srcOrd="0" destOrd="0" presId="urn:microsoft.com/office/officeart/2005/8/layout/hierarchy1"/>
    <dgm:cxn modelId="{5BF47E37-19FE-49D0-B900-A170B6CEB6B6}" type="presOf" srcId="{3E662265-C6E4-4B14-815D-2ADF79214467}" destId="{59AF71EF-7C0E-450F-AFCF-5404A417088A}" srcOrd="0" destOrd="0" presId="urn:microsoft.com/office/officeart/2005/8/layout/hierarchy1"/>
    <dgm:cxn modelId="{89687139-9865-46D2-8A06-C0EECCD3AAD5}" type="presOf" srcId="{A376E77B-5746-41BC-BDC6-94D051E935D9}" destId="{A55FDBDA-6FA9-4A93-87CE-26B30DEB885F}" srcOrd="0" destOrd="0" presId="urn:microsoft.com/office/officeart/2005/8/layout/hierarchy1"/>
    <dgm:cxn modelId="{B3D6AAA7-B260-442D-8ADB-5DEE006BF879}" srcId="{A376E77B-5746-41BC-BDC6-94D051E935D9}" destId="{35CF47B1-7285-4B50-9995-D37E610CC76B}" srcOrd="2" destOrd="0" parTransId="{D1527B9B-DE7E-4970-B76C-16654754D3A9}" sibTransId="{8F2085F2-6258-4B7A-8DE2-894E23C7B407}"/>
    <dgm:cxn modelId="{3ACDFFCF-AD7E-49BF-8C59-30E46D1A3355}" srcId="{A376E77B-5746-41BC-BDC6-94D051E935D9}" destId="{3E662265-C6E4-4B14-815D-2ADF79214467}" srcOrd="1" destOrd="0" parTransId="{C5AD87BD-376D-44DE-AFA0-E299755115DD}" sibTransId="{2DED29D1-C181-4794-9EC7-3057333F44B3}"/>
    <dgm:cxn modelId="{27AB46F4-DDAA-4016-A6E4-6BC709B0BA42}" srcId="{A376E77B-5746-41BC-BDC6-94D051E935D9}" destId="{755D86DC-DD20-4D19-9A75-6B4612C74C21}" srcOrd="0" destOrd="0" parTransId="{1B4626B6-25CE-4353-A3A0-BADD62FC646C}" sibTransId="{7B58228B-611C-4393-87CC-BB0D0786A6F0}"/>
    <dgm:cxn modelId="{449E6DF5-1B7C-4809-8A66-D26034B7F3CC}" type="presOf" srcId="{755D86DC-DD20-4D19-9A75-6B4612C74C21}" destId="{9403C6D5-0279-435A-9366-F5BEC7A9BAFC}" srcOrd="0" destOrd="0" presId="urn:microsoft.com/office/officeart/2005/8/layout/hierarchy1"/>
    <dgm:cxn modelId="{157703B9-6499-488A-B58A-8A8EAE220681}" type="presParOf" srcId="{A55FDBDA-6FA9-4A93-87CE-26B30DEB885F}" destId="{DBD384D8-C4A7-4FFA-A96E-B2ECA8F774C5}" srcOrd="0" destOrd="0" presId="urn:microsoft.com/office/officeart/2005/8/layout/hierarchy1"/>
    <dgm:cxn modelId="{32A29F97-9952-4F5D-9A8F-A9FAEDF4117C}" type="presParOf" srcId="{DBD384D8-C4A7-4FFA-A96E-B2ECA8F774C5}" destId="{FF9144AA-F7B1-4839-8EFD-F4315C3C373D}" srcOrd="0" destOrd="0" presId="urn:microsoft.com/office/officeart/2005/8/layout/hierarchy1"/>
    <dgm:cxn modelId="{938DCB41-4801-44DE-B311-AA500CC86660}" type="presParOf" srcId="{FF9144AA-F7B1-4839-8EFD-F4315C3C373D}" destId="{A55858F4-B242-475C-B09A-DD998AF2563F}" srcOrd="0" destOrd="0" presId="urn:microsoft.com/office/officeart/2005/8/layout/hierarchy1"/>
    <dgm:cxn modelId="{8FBBCE35-FFDB-41D7-93E9-6236FAF663D4}" type="presParOf" srcId="{FF9144AA-F7B1-4839-8EFD-F4315C3C373D}" destId="{9403C6D5-0279-435A-9366-F5BEC7A9BAFC}" srcOrd="1" destOrd="0" presId="urn:microsoft.com/office/officeart/2005/8/layout/hierarchy1"/>
    <dgm:cxn modelId="{E44AF59B-73BD-4445-A48E-2653A5900DC5}" type="presParOf" srcId="{DBD384D8-C4A7-4FFA-A96E-B2ECA8F774C5}" destId="{FC9D8C70-5D40-4269-8293-5CAC7EE4701D}" srcOrd="1" destOrd="0" presId="urn:microsoft.com/office/officeart/2005/8/layout/hierarchy1"/>
    <dgm:cxn modelId="{2F3268ED-1B4F-4E6C-A848-20447AA4FEE7}" type="presParOf" srcId="{A55FDBDA-6FA9-4A93-87CE-26B30DEB885F}" destId="{7677736C-A5B2-483A-8077-13CF1767056B}" srcOrd="1" destOrd="0" presId="urn:microsoft.com/office/officeart/2005/8/layout/hierarchy1"/>
    <dgm:cxn modelId="{17188DE9-6630-4039-9B34-91F52BC9FF97}" type="presParOf" srcId="{7677736C-A5B2-483A-8077-13CF1767056B}" destId="{5E110618-74BE-47F1-8CAC-A9A9AFEF2535}" srcOrd="0" destOrd="0" presId="urn:microsoft.com/office/officeart/2005/8/layout/hierarchy1"/>
    <dgm:cxn modelId="{5C23D2F1-C89F-47F0-9A78-6E063373A750}" type="presParOf" srcId="{5E110618-74BE-47F1-8CAC-A9A9AFEF2535}" destId="{EDF42682-8D02-4258-909D-D39B80B29091}" srcOrd="0" destOrd="0" presId="urn:microsoft.com/office/officeart/2005/8/layout/hierarchy1"/>
    <dgm:cxn modelId="{4DCDC491-698B-4E51-8389-D470B862D918}" type="presParOf" srcId="{5E110618-74BE-47F1-8CAC-A9A9AFEF2535}" destId="{59AF71EF-7C0E-450F-AFCF-5404A417088A}" srcOrd="1" destOrd="0" presId="urn:microsoft.com/office/officeart/2005/8/layout/hierarchy1"/>
    <dgm:cxn modelId="{3345CE43-B8BD-4474-ADFE-27BCB5573CD0}" type="presParOf" srcId="{7677736C-A5B2-483A-8077-13CF1767056B}" destId="{EBA4BEEE-E1B3-4F4C-B29A-DF045843A414}" srcOrd="1" destOrd="0" presId="urn:microsoft.com/office/officeart/2005/8/layout/hierarchy1"/>
    <dgm:cxn modelId="{1758648E-47F0-4B08-8C21-1E2640F928B2}" type="presParOf" srcId="{A55FDBDA-6FA9-4A93-87CE-26B30DEB885F}" destId="{142FBE3D-EF26-4737-A721-52394AED405D}" srcOrd="2" destOrd="0" presId="urn:microsoft.com/office/officeart/2005/8/layout/hierarchy1"/>
    <dgm:cxn modelId="{40527C35-0B2F-4EF7-8FA6-A9AC63C8C53F}" type="presParOf" srcId="{142FBE3D-EF26-4737-A721-52394AED405D}" destId="{00264325-4FED-4F0C-BE79-9B5885E84122}" srcOrd="0" destOrd="0" presId="urn:microsoft.com/office/officeart/2005/8/layout/hierarchy1"/>
    <dgm:cxn modelId="{A4A069CA-E123-4C05-81FC-45B5EBA0D04C}" type="presParOf" srcId="{00264325-4FED-4F0C-BE79-9B5885E84122}" destId="{D0AC7ACF-5E20-410B-887D-65C480AE4D49}" srcOrd="0" destOrd="0" presId="urn:microsoft.com/office/officeart/2005/8/layout/hierarchy1"/>
    <dgm:cxn modelId="{EABDD9E8-61AA-4C2D-88AD-56BED6C8ECAC}" type="presParOf" srcId="{00264325-4FED-4F0C-BE79-9B5885E84122}" destId="{B3E218EF-88EF-4230-AB00-870D0662CC0A}" srcOrd="1" destOrd="0" presId="urn:microsoft.com/office/officeart/2005/8/layout/hierarchy1"/>
    <dgm:cxn modelId="{4A93C4D6-0E50-4F32-B691-8A8D900FBB24}" type="presParOf" srcId="{142FBE3D-EF26-4737-A721-52394AED405D}" destId="{67F2AB68-420A-4042-8857-23676DF7C18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8249231-88B3-41CB-B932-F9AA6A571102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6D7DAE0-BB02-4805-81C3-75E646A9338D}">
      <dgm:prSet/>
      <dgm:spPr/>
      <dgm:t>
        <a:bodyPr/>
        <a:lstStyle/>
        <a:p>
          <a:r>
            <a:rPr lang="en-US" b="1"/>
            <a:t>Delivery is the main problem.</a:t>
          </a:r>
          <a:r>
            <a:rPr lang="en-US"/>
            <a:t> Of the 1-star orders, 18% were never delivered and 30% arrived late. "Not received" is the top reason in the comments.</a:t>
          </a:r>
        </a:p>
      </dgm:t>
    </dgm:pt>
    <dgm:pt modelId="{199AE429-7BE4-45BA-BF8D-9EF8CF137FBF}" type="parTrans" cxnId="{357C4D93-8FE8-4BD8-A988-2A684510221D}">
      <dgm:prSet/>
      <dgm:spPr/>
      <dgm:t>
        <a:bodyPr/>
        <a:lstStyle/>
        <a:p>
          <a:endParaRPr lang="en-US"/>
        </a:p>
      </dgm:t>
    </dgm:pt>
    <dgm:pt modelId="{C4879645-1DA3-4AA5-B467-C479B14AA4BF}" type="sibTrans" cxnId="{357C4D93-8FE8-4BD8-A988-2A684510221D}">
      <dgm:prSet/>
      <dgm:spPr/>
      <dgm:t>
        <a:bodyPr/>
        <a:lstStyle/>
        <a:p>
          <a:endParaRPr lang="en-US"/>
        </a:p>
      </dgm:t>
    </dgm:pt>
    <dgm:pt modelId="{FEB8EAC7-C712-458D-A859-2B4F30A32C4C}">
      <dgm:prSet/>
      <dgm:spPr/>
      <dgm:t>
        <a:bodyPr/>
        <a:lstStyle/>
        <a:p>
          <a:r>
            <a:rPr lang="en-US" b="1"/>
            <a:t>Late delivery is not the only cause.</a:t>
          </a:r>
          <a:r>
            <a:rPr lang="en-US"/>
            <a:t> 63% of the delivered 1-star orders arrived on time, so wrong items, damaged products, and poor seller service also matter.</a:t>
          </a:r>
        </a:p>
      </dgm:t>
    </dgm:pt>
    <dgm:pt modelId="{F9D850F5-0C3F-4175-99AC-0171C1D50E49}" type="parTrans" cxnId="{C5DED4B9-B0B0-4A08-997E-450671D17C39}">
      <dgm:prSet/>
      <dgm:spPr/>
      <dgm:t>
        <a:bodyPr/>
        <a:lstStyle/>
        <a:p>
          <a:endParaRPr lang="en-US"/>
        </a:p>
      </dgm:t>
    </dgm:pt>
    <dgm:pt modelId="{C2112A30-4305-4C5F-8F75-95A667F8461B}" type="sibTrans" cxnId="{C5DED4B9-B0B0-4A08-997E-450671D17C39}">
      <dgm:prSet/>
      <dgm:spPr/>
      <dgm:t>
        <a:bodyPr/>
        <a:lstStyle/>
        <a:p>
          <a:endParaRPr lang="en-US"/>
        </a:p>
      </dgm:t>
    </dgm:pt>
    <dgm:pt modelId="{3F07ACA2-FA21-483F-9F30-4AEB1D50A100}">
      <dgm:prSet/>
      <dgm:spPr/>
      <dgm:t>
        <a:bodyPr/>
        <a:lstStyle/>
        <a:p>
          <a:r>
            <a:rPr lang="en-US" b="1"/>
            <a:t>Early delivery helps.</a:t>
          </a:r>
          <a:r>
            <a:rPr lang="en-US"/>
            <a:t> 5★ reviews go up from about 55% (delivered on the estimated day) to about 64% (8+ days early).</a:t>
          </a:r>
        </a:p>
      </dgm:t>
    </dgm:pt>
    <dgm:pt modelId="{D6D18929-2CEC-46DB-8217-66318F31BABB}" type="parTrans" cxnId="{0BF09A7A-C8B2-4332-9084-2D3F114FFC8D}">
      <dgm:prSet/>
      <dgm:spPr/>
      <dgm:t>
        <a:bodyPr/>
        <a:lstStyle/>
        <a:p>
          <a:endParaRPr lang="en-US"/>
        </a:p>
      </dgm:t>
    </dgm:pt>
    <dgm:pt modelId="{80948B64-0083-4024-9921-8AC6BEC0BA1D}" type="sibTrans" cxnId="{0BF09A7A-C8B2-4332-9084-2D3F114FFC8D}">
      <dgm:prSet/>
      <dgm:spPr/>
      <dgm:t>
        <a:bodyPr/>
        <a:lstStyle/>
        <a:p>
          <a:endParaRPr lang="en-US"/>
        </a:p>
      </dgm:t>
    </dgm:pt>
    <dgm:pt modelId="{FD946B00-997A-4742-928D-59F538E653F2}" type="pres">
      <dgm:prSet presAssocID="{88249231-88B3-41CB-B932-F9AA6A571102}" presName="vert0" presStyleCnt="0">
        <dgm:presLayoutVars>
          <dgm:dir/>
          <dgm:animOne val="branch"/>
          <dgm:animLvl val="lvl"/>
        </dgm:presLayoutVars>
      </dgm:prSet>
      <dgm:spPr/>
    </dgm:pt>
    <dgm:pt modelId="{4661E442-D035-4D16-831E-0FC7E3AA1B1D}" type="pres">
      <dgm:prSet presAssocID="{E6D7DAE0-BB02-4805-81C3-75E646A9338D}" presName="thickLine" presStyleLbl="alignNode1" presStyleIdx="0" presStyleCnt="3"/>
      <dgm:spPr/>
    </dgm:pt>
    <dgm:pt modelId="{81F11E37-BE36-4B3E-95AC-52829A8B06D5}" type="pres">
      <dgm:prSet presAssocID="{E6D7DAE0-BB02-4805-81C3-75E646A9338D}" presName="horz1" presStyleCnt="0"/>
      <dgm:spPr/>
    </dgm:pt>
    <dgm:pt modelId="{4555671C-A866-49E3-B89A-1A738B596A50}" type="pres">
      <dgm:prSet presAssocID="{E6D7DAE0-BB02-4805-81C3-75E646A9338D}" presName="tx1" presStyleLbl="revTx" presStyleIdx="0" presStyleCnt="3"/>
      <dgm:spPr/>
    </dgm:pt>
    <dgm:pt modelId="{B0944751-6863-4A2B-ADBC-A3E201CC47AC}" type="pres">
      <dgm:prSet presAssocID="{E6D7DAE0-BB02-4805-81C3-75E646A9338D}" presName="vert1" presStyleCnt="0"/>
      <dgm:spPr/>
    </dgm:pt>
    <dgm:pt modelId="{BEB13D7F-30BC-47D1-AF6B-DE850E82E081}" type="pres">
      <dgm:prSet presAssocID="{FEB8EAC7-C712-458D-A859-2B4F30A32C4C}" presName="thickLine" presStyleLbl="alignNode1" presStyleIdx="1" presStyleCnt="3"/>
      <dgm:spPr/>
    </dgm:pt>
    <dgm:pt modelId="{D9E30271-CBA6-4711-8C4A-24F456667402}" type="pres">
      <dgm:prSet presAssocID="{FEB8EAC7-C712-458D-A859-2B4F30A32C4C}" presName="horz1" presStyleCnt="0"/>
      <dgm:spPr/>
    </dgm:pt>
    <dgm:pt modelId="{3B1A085D-562A-4865-A79E-3E0B3E3BC205}" type="pres">
      <dgm:prSet presAssocID="{FEB8EAC7-C712-458D-A859-2B4F30A32C4C}" presName="tx1" presStyleLbl="revTx" presStyleIdx="1" presStyleCnt="3"/>
      <dgm:spPr/>
    </dgm:pt>
    <dgm:pt modelId="{061D3A31-3ECB-417F-BD08-F7833098842E}" type="pres">
      <dgm:prSet presAssocID="{FEB8EAC7-C712-458D-A859-2B4F30A32C4C}" presName="vert1" presStyleCnt="0"/>
      <dgm:spPr/>
    </dgm:pt>
    <dgm:pt modelId="{164ED218-E382-4DF7-8641-FC6E3E8E3DD6}" type="pres">
      <dgm:prSet presAssocID="{3F07ACA2-FA21-483F-9F30-4AEB1D50A100}" presName="thickLine" presStyleLbl="alignNode1" presStyleIdx="2" presStyleCnt="3"/>
      <dgm:spPr/>
    </dgm:pt>
    <dgm:pt modelId="{99D5FC4E-777C-4854-BBC2-7EC77D68B400}" type="pres">
      <dgm:prSet presAssocID="{3F07ACA2-FA21-483F-9F30-4AEB1D50A100}" presName="horz1" presStyleCnt="0"/>
      <dgm:spPr/>
    </dgm:pt>
    <dgm:pt modelId="{9E06A7E4-9AC2-48D1-9B44-10CDB16D8809}" type="pres">
      <dgm:prSet presAssocID="{3F07ACA2-FA21-483F-9F30-4AEB1D50A100}" presName="tx1" presStyleLbl="revTx" presStyleIdx="2" presStyleCnt="3"/>
      <dgm:spPr/>
    </dgm:pt>
    <dgm:pt modelId="{BB06131E-75FA-427C-B588-12E707151516}" type="pres">
      <dgm:prSet presAssocID="{3F07ACA2-FA21-483F-9F30-4AEB1D50A100}" presName="vert1" presStyleCnt="0"/>
      <dgm:spPr/>
    </dgm:pt>
  </dgm:ptLst>
  <dgm:cxnLst>
    <dgm:cxn modelId="{33B1070E-7314-4CF7-B418-501E072778AB}" type="presOf" srcId="{E6D7DAE0-BB02-4805-81C3-75E646A9338D}" destId="{4555671C-A866-49E3-B89A-1A738B596A50}" srcOrd="0" destOrd="0" presId="urn:microsoft.com/office/officeart/2008/layout/LinedList"/>
    <dgm:cxn modelId="{557D9B3B-7760-4DBA-A5EB-AE8A5E7E240B}" type="presOf" srcId="{88249231-88B3-41CB-B932-F9AA6A571102}" destId="{FD946B00-997A-4742-928D-59F538E653F2}" srcOrd="0" destOrd="0" presId="urn:microsoft.com/office/officeart/2008/layout/LinedList"/>
    <dgm:cxn modelId="{DB4F2758-BD9D-41C5-99A8-CC053C7EC773}" type="presOf" srcId="{FEB8EAC7-C712-458D-A859-2B4F30A32C4C}" destId="{3B1A085D-562A-4865-A79E-3E0B3E3BC205}" srcOrd="0" destOrd="0" presId="urn:microsoft.com/office/officeart/2008/layout/LinedList"/>
    <dgm:cxn modelId="{0BF09A7A-C8B2-4332-9084-2D3F114FFC8D}" srcId="{88249231-88B3-41CB-B932-F9AA6A571102}" destId="{3F07ACA2-FA21-483F-9F30-4AEB1D50A100}" srcOrd="2" destOrd="0" parTransId="{D6D18929-2CEC-46DB-8217-66318F31BABB}" sibTransId="{80948B64-0083-4024-9921-8AC6BEC0BA1D}"/>
    <dgm:cxn modelId="{357C4D93-8FE8-4BD8-A988-2A684510221D}" srcId="{88249231-88B3-41CB-B932-F9AA6A571102}" destId="{E6D7DAE0-BB02-4805-81C3-75E646A9338D}" srcOrd="0" destOrd="0" parTransId="{199AE429-7BE4-45BA-BF8D-9EF8CF137FBF}" sibTransId="{C4879645-1DA3-4AA5-B467-C479B14AA4BF}"/>
    <dgm:cxn modelId="{C5DED4B9-B0B0-4A08-997E-450671D17C39}" srcId="{88249231-88B3-41CB-B932-F9AA6A571102}" destId="{FEB8EAC7-C712-458D-A859-2B4F30A32C4C}" srcOrd="1" destOrd="0" parTransId="{F9D850F5-0C3F-4175-99AC-0171C1D50E49}" sibTransId="{C2112A30-4305-4C5F-8F75-95A667F8461B}"/>
    <dgm:cxn modelId="{CA7860C2-D7C3-4BF7-AC53-FEB3BCF1F0D4}" type="presOf" srcId="{3F07ACA2-FA21-483F-9F30-4AEB1D50A100}" destId="{9E06A7E4-9AC2-48D1-9B44-10CDB16D8809}" srcOrd="0" destOrd="0" presId="urn:microsoft.com/office/officeart/2008/layout/LinedList"/>
    <dgm:cxn modelId="{9D701175-54D6-457B-BFE4-1005702DD082}" type="presParOf" srcId="{FD946B00-997A-4742-928D-59F538E653F2}" destId="{4661E442-D035-4D16-831E-0FC7E3AA1B1D}" srcOrd="0" destOrd="0" presId="urn:microsoft.com/office/officeart/2008/layout/LinedList"/>
    <dgm:cxn modelId="{916859C7-04D6-4F5F-9A95-FE82D29C18A8}" type="presParOf" srcId="{FD946B00-997A-4742-928D-59F538E653F2}" destId="{81F11E37-BE36-4B3E-95AC-52829A8B06D5}" srcOrd="1" destOrd="0" presId="urn:microsoft.com/office/officeart/2008/layout/LinedList"/>
    <dgm:cxn modelId="{745880DF-A1C7-42A1-BBDA-B18245BADA55}" type="presParOf" srcId="{81F11E37-BE36-4B3E-95AC-52829A8B06D5}" destId="{4555671C-A866-49E3-B89A-1A738B596A50}" srcOrd="0" destOrd="0" presId="urn:microsoft.com/office/officeart/2008/layout/LinedList"/>
    <dgm:cxn modelId="{A0C64353-94DE-4179-97C2-69A0720E2C3B}" type="presParOf" srcId="{81F11E37-BE36-4B3E-95AC-52829A8B06D5}" destId="{B0944751-6863-4A2B-ADBC-A3E201CC47AC}" srcOrd="1" destOrd="0" presId="urn:microsoft.com/office/officeart/2008/layout/LinedList"/>
    <dgm:cxn modelId="{092EF7ED-2C43-4FD4-8E8F-1CFBF88A9951}" type="presParOf" srcId="{FD946B00-997A-4742-928D-59F538E653F2}" destId="{BEB13D7F-30BC-47D1-AF6B-DE850E82E081}" srcOrd="2" destOrd="0" presId="urn:microsoft.com/office/officeart/2008/layout/LinedList"/>
    <dgm:cxn modelId="{7745E43C-DD1F-4F2A-8F5D-D6C163ABE7E1}" type="presParOf" srcId="{FD946B00-997A-4742-928D-59F538E653F2}" destId="{D9E30271-CBA6-4711-8C4A-24F456667402}" srcOrd="3" destOrd="0" presId="urn:microsoft.com/office/officeart/2008/layout/LinedList"/>
    <dgm:cxn modelId="{100F3473-C96C-45DD-A80F-91501AE36907}" type="presParOf" srcId="{D9E30271-CBA6-4711-8C4A-24F456667402}" destId="{3B1A085D-562A-4865-A79E-3E0B3E3BC205}" srcOrd="0" destOrd="0" presId="urn:microsoft.com/office/officeart/2008/layout/LinedList"/>
    <dgm:cxn modelId="{56F60D66-4814-42A2-AF6D-E2BABAE5749C}" type="presParOf" srcId="{D9E30271-CBA6-4711-8C4A-24F456667402}" destId="{061D3A31-3ECB-417F-BD08-F7833098842E}" srcOrd="1" destOrd="0" presId="urn:microsoft.com/office/officeart/2008/layout/LinedList"/>
    <dgm:cxn modelId="{D41505D6-64BC-4490-AA70-3D6D4DDF1B29}" type="presParOf" srcId="{FD946B00-997A-4742-928D-59F538E653F2}" destId="{164ED218-E382-4DF7-8641-FC6E3E8E3DD6}" srcOrd="4" destOrd="0" presId="urn:microsoft.com/office/officeart/2008/layout/LinedList"/>
    <dgm:cxn modelId="{1A5D59B1-9242-466C-BC73-0C70A166A106}" type="presParOf" srcId="{FD946B00-997A-4742-928D-59F538E653F2}" destId="{99D5FC4E-777C-4854-BBC2-7EC77D68B400}" srcOrd="5" destOrd="0" presId="urn:microsoft.com/office/officeart/2008/layout/LinedList"/>
    <dgm:cxn modelId="{1302BB9C-D07B-49A0-954D-10186E4E5551}" type="presParOf" srcId="{99D5FC4E-777C-4854-BBC2-7EC77D68B400}" destId="{9E06A7E4-9AC2-48D1-9B44-10CDB16D8809}" srcOrd="0" destOrd="0" presId="urn:microsoft.com/office/officeart/2008/layout/LinedList"/>
    <dgm:cxn modelId="{2DF2AB12-57BD-43F2-A7B4-A443D65F7106}" type="presParOf" srcId="{99D5FC4E-777C-4854-BBC2-7EC77D68B400}" destId="{BB06131E-75FA-427C-B588-12E70715151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B82D1A-2261-4E1A-BB92-1AC5CE0F41E4}">
      <dsp:nvSpPr>
        <dsp:cNvPr id="0" name=""/>
        <dsp:cNvSpPr/>
      </dsp:nvSpPr>
      <dsp:spPr>
        <a:xfrm>
          <a:off x="0" y="524133"/>
          <a:ext cx="2918936" cy="18535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ABE009-BCF5-4F86-A77F-2B70C41E7031}">
      <dsp:nvSpPr>
        <dsp:cNvPr id="0" name=""/>
        <dsp:cNvSpPr/>
      </dsp:nvSpPr>
      <dsp:spPr>
        <a:xfrm>
          <a:off x="324326" y="832243"/>
          <a:ext cx="2918936" cy="185352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b="1" kern="1200" dirty="0">
              <a:latin typeface="Aptos"/>
              <a:ea typeface="+mn-ea"/>
              <a:cs typeface="+mn-cs"/>
            </a:rPr>
            <a:t>1- Unsatisfied  </a:t>
          </a:r>
          <a:r>
            <a:rPr lang="en-US" sz="3200" b="0" kern="1200" dirty="0">
              <a:latin typeface="Aptos"/>
              <a:ea typeface="+mn-ea"/>
              <a:cs typeface="+mn-cs"/>
            </a:rPr>
            <a:t>(score</a:t>
          </a:r>
          <a:r>
            <a:rPr lang="en-US" sz="3200" b="1" kern="1200" dirty="0">
              <a:latin typeface="Aptos"/>
              <a:ea typeface="+mn-ea"/>
              <a:cs typeface="+mn-cs"/>
            </a:rPr>
            <a:t> </a:t>
          </a:r>
          <a:r>
            <a:rPr lang="en-US" sz="3200" b="0" kern="1200" dirty="0">
              <a:latin typeface="Aptos"/>
              <a:ea typeface="+mn-ea"/>
              <a:cs typeface="+mn-cs"/>
            </a:rPr>
            <a:t>1 &amp; 2)</a:t>
          </a:r>
        </a:p>
      </dsp:txBody>
      <dsp:txXfrm>
        <a:off x="378614" y="886531"/>
        <a:ext cx="2810360" cy="1744948"/>
      </dsp:txXfrm>
    </dsp:sp>
    <dsp:sp modelId="{F96D451A-32A7-4EE5-9B16-FDE254D8E1F4}">
      <dsp:nvSpPr>
        <dsp:cNvPr id="0" name=""/>
        <dsp:cNvSpPr/>
      </dsp:nvSpPr>
      <dsp:spPr>
        <a:xfrm>
          <a:off x="3567588" y="524133"/>
          <a:ext cx="2918936" cy="18535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4ACDA8-A01A-45E9-BD81-CE581EDBFCFA}">
      <dsp:nvSpPr>
        <dsp:cNvPr id="0" name=""/>
        <dsp:cNvSpPr/>
      </dsp:nvSpPr>
      <dsp:spPr>
        <a:xfrm>
          <a:off x="3891915" y="832243"/>
          <a:ext cx="2918936" cy="185352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b="1" kern="1200" dirty="0">
              <a:latin typeface="Aptos" panose="02110004020202020204"/>
              <a:ea typeface="+mn-ea"/>
              <a:cs typeface="+mn-cs"/>
            </a:rPr>
            <a:t>2- Neutral </a:t>
          </a:r>
          <a:r>
            <a:rPr lang="en-US" sz="3200" kern="1200" dirty="0">
              <a:latin typeface="Calibri"/>
              <a:ea typeface="Calibri"/>
              <a:cs typeface="Calibri"/>
            </a:rPr>
            <a:t>(score 3)</a:t>
          </a:r>
          <a:endParaRPr lang="en-US" sz="3200" kern="1200" dirty="0">
            <a:latin typeface="Aptos" panose="02110004020202020204"/>
            <a:ea typeface="+mn-ea"/>
            <a:cs typeface="+mn-cs"/>
          </a:endParaRPr>
        </a:p>
      </dsp:txBody>
      <dsp:txXfrm>
        <a:off x="3946203" y="886531"/>
        <a:ext cx="2810360" cy="1744948"/>
      </dsp:txXfrm>
    </dsp:sp>
    <dsp:sp modelId="{8597157C-BE47-40FA-BF6D-7DC51F4FAC69}">
      <dsp:nvSpPr>
        <dsp:cNvPr id="0" name=""/>
        <dsp:cNvSpPr/>
      </dsp:nvSpPr>
      <dsp:spPr>
        <a:xfrm>
          <a:off x="7135177" y="524133"/>
          <a:ext cx="2918936" cy="18535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31ECBE-BA43-4B6E-8395-6C28CD21833F}">
      <dsp:nvSpPr>
        <dsp:cNvPr id="0" name=""/>
        <dsp:cNvSpPr/>
      </dsp:nvSpPr>
      <dsp:spPr>
        <a:xfrm>
          <a:off x="7459503" y="832243"/>
          <a:ext cx="2918936" cy="185352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b="1" kern="1200" dirty="0">
              <a:latin typeface="Aptos" panose="02110004020202020204"/>
              <a:ea typeface="+mn-ea"/>
              <a:cs typeface="+mn-cs"/>
            </a:rPr>
            <a:t>3- Satisfied </a:t>
          </a:r>
          <a:r>
            <a:rPr lang="en-US" sz="3200" kern="1200" dirty="0">
              <a:latin typeface="Calibri"/>
              <a:ea typeface="Calibri"/>
              <a:cs typeface="Calibri"/>
            </a:rPr>
            <a:t>(score 4 &amp; 5)</a:t>
          </a:r>
          <a:endParaRPr lang="en-US" sz="3200" kern="1200" dirty="0">
            <a:latin typeface="Aptos" panose="02110004020202020204"/>
            <a:ea typeface="+mn-ea"/>
            <a:cs typeface="+mn-cs"/>
          </a:endParaRPr>
        </a:p>
      </dsp:txBody>
      <dsp:txXfrm>
        <a:off x="7513791" y="886531"/>
        <a:ext cx="2810360" cy="174494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770AAC-EC4C-4B86-A132-B9C1E5395A22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4A451D-C672-49C4-8E6B-4D5BDA1BC0D8}">
      <dsp:nvSpPr>
        <dsp:cNvPr id="0" name=""/>
        <dsp:cNvSpPr/>
      </dsp:nvSpPr>
      <dsp:spPr>
        <a:xfrm>
          <a:off x="0" y="531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Central west - population 14 million</a:t>
          </a:r>
        </a:p>
      </dsp:txBody>
      <dsp:txXfrm>
        <a:off x="0" y="531"/>
        <a:ext cx="10515600" cy="870055"/>
      </dsp:txXfrm>
    </dsp:sp>
    <dsp:sp modelId="{41930B15-660A-4075-B44C-E71634AC770E}">
      <dsp:nvSpPr>
        <dsp:cNvPr id="0" name=""/>
        <dsp:cNvSpPr/>
      </dsp:nvSpPr>
      <dsp:spPr>
        <a:xfrm>
          <a:off x="0" y="870586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512CB4-3A64-44E1-B4AC-93C1B5FFB2DC}">
      <dsp:nvSpPr>
        <dsp:cNvPr id="0" name=""/>
        <dsp:cNvSpPr/>
      </dsp:nvSpPr>
      <dsp:spPr>
        <a:xfrm>
          <a:off x="0" y="870586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Southeast - population 85 million</a:t>
          </a:r>
        </a:p>
      </dsp:txBody>
      <dsp:txXfrm>
        <a:off x="0" y="870586"/>
        <a:ext cx="10515600" cy="870055"/>
      </dsp:txXfrm>
    </dsp:sp>
    <dsp:sp modelId="{943DAF8C-714C-46F8-A152-D4910E80DB35}">
      <dsp:nvSpPr>
        <dsp:cNvPr id="0" name=""/>
        <dsp:cNvSpPr/>
      </dsp:nvSpPr>
      <dsp:spPr>
        <a:xfrm>
          <a:off x="0" y="174064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CB6339-10CF-40EF-BCAF-665E04F184ED}">
      <dsp:nvSpPr>
        <dsp:cNvPr id="0" name=""/>
        <dsp:cNvSpPr/>
      </dsp:nvSpPr>
      <dsp:spPr>
        <a:xfrm>
          <a:off x="0" y="1740641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South - population 28 million</a:t>
          </a:r>
        </a:p>
      </dsp:txBody>
      <dsp:txXfrm>
        <a:off x="0" y="1740641"/>
        <a:ext cx="10515600" cy="870055"/>
      </dsp:txXfrm>
    </dsp:sp>
    <dsp:sp modelId="{101F84FD-9FD0-4C35-8684-A51E95DFF55E}">
      <dsp:nvSpPr>
        <dsp:cNvPr id="0" name=""/>
        <dsp:cNvSpPr/>
      </dsp:nvSpPr>
      <dsp:spPr>
        <a:xfrm>
          <a:off x="0" y="2610696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B6F18B-9701-402F-952B-F7D8D6052C77}">
      <dsp:nvSpPr>
        <dsp:cNvPr id="0" name=""/>
        <dsp:cNvSpPr/>
      </dsp:nvSpPr>
      <dsp:spPr>
        <a:xfrm>
          <a:off x="0" y="2610696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Northeast - population 56 million</a:t>
          </a:r>
        </a:p>
      </dsp:txBody>
      <dsp:txXfrm>
        <a:off x="0" y="2610696"/>
        <a:ext cx="10515600" cy="870055"/>
      </dsp:txXfrm>
    </dsp:sp>
    <dsp:sp modelId="{A9DD8B06-F18C-4BB2-8DB1-32BFDAE21498}">
      <dsp:nvSpPr>
        <dsp:cNvPr id="0" name=""/>
        <dsp:cNvSpPr/>
      </dsp:nvSpPr>
      <dsp:spPr>
        <a:xfrm>
          <a:off x="0" y="348075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C25872-E109-4897-9492-DFD98046AA79}">
      <dsp:nvSpPr>
        <dsp:cNvPr id="0" name=""/>
        <dsp:cNvSpPr/>
      </dsp:nvSpPr>
      <dsp:spPr>
        <a:xfrm>
          <a:off x="0" y="3480751"/>
          <a:ext cx="10515600" cy="8700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North - population 18 million</a:t>
          </a:r>
        </a:p>
      </dsp:txBody>
      <dsp:txXfrm>
        <a:off x="0" y="3480751"/>
        <a:ext cx="10515600" cy="87005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FDC849-0932-4FB9-B869-BC28E01D947B}">
      <dsp:nvSpPr>
        <dsp:cNvPr id="0" name=""/>
        <dsp:cNvSpPr/>
      </dsp:nvSpPr>
      <dsp:spPr>
        <a:xfrm>
          <a:off x="134291" y="612"/>
          <a:ext cx="4332795" cy="27513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A51959-48D5-4142-B7DC-FAE4E3A55FC7}">
      <dsp:nvSpPr>
        <dsp:cNvPr id="0" name=""/>
        <dsp:cNvSpPr/>
      </dsp:nvSpPr>
      <dsp:spPr>
        <a:xfrm>
          <a:off x="615713" y="457963"/>
          <a:ext cx="4332795" cy="2751325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Median age in Brazil sits at approximately 35 years in 2026</a:t>
          </a:r>
        </a:p>
      </dsp:txBody>
      <dsp:txXfrm>
        <a:off x="696297" y="538547"/>
        <a:ext cx="4171627" cy="2590157"/>
      </dsp:txXfrm>
    </dsp:sp>
    <dsp:sp modelId="{D02047AB-DFFE-42D5-967D-5835603F7E5D}">
      <dsp:nvSpPr>
        <dsp:cNvPr id="0" name=""/>
        <dsp:cNvSpPr/>
      </dsp:nvSpPr>
      <dsp:spPr>
        <a:xfrm>
          <a:off x="5429930" y="612"/>
          <a:ext cx="4332795" cy="27513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44ED60-186D-43CB-8C78-380D4D336B4A}">
      <dsp:nvSpPr>
        <dsp:cNvPr id="0" name=""/>
        <dsp:cNvSpPr/>
      </dsp:nvSpPr>
      <dsp:spPr>
        <a:xfrm>
          <a:off x="5911352" y="457963"/>
          <a:ext cx="4332795" cy="2751325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Approximately 88 percent of Brazilians live in urban areas</a:t>
          </a:r>
        </a:p>
      </dsp:txBody>
      <dsp:txXfrm>
        <a:off x="5991936" y="538547"/>
        <a:ext cx="4171627" cy="259015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FB94E4F-F88D-4B49-98B0-69BECB1E5691}">
      <dsp:nvSpPr>
        <dsp:cNvPr id="0" name=""/>
        <dsp:cNvSpPr/>
      </dsp:nvSpPr>
      <dsp:spPr>
        <a:xfrm>
          <a:off x="0" y="1805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7EDA51-0892-4069-9CBC-041A4D8A6275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248A70-9085-43F7-9928-2DE777F80421}">
      <dsp:nvSpPr>
        <dsp:cNvPr id="0" name=""/>
        <dsp:cNvSpPr/>
      </dsp:nvSpPr>
      <dsp:spPr>
        <a:xfrm>
          <a:off x="1057183" y="1805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deliver the</a:t>
          </a:r>
          <a:r>
            <a:rPr lang="en-US" sz="2200" kern="1200" dirty="0">
              <a:latin typeface="Aptos Display" panose="02110004020202020204"/>
            </a:rPr>
            <a:t> product</a:t>
          </a:r>
          <a:r>
            <a:rPr lang="en-US" sz="2200" kern="1200" dirty="0"/>
            <a:t> within the deadline</a:t>
          </a:r>
        </a:p>
      </dsp:txBody>
      <dsp:txXfrm>
        <a:off x="1057183" y="1805"/>
        <a:ext cx="9458416" cy="915310"/>
      </dsp:txXfrm>
    </dsp:sp>
    <dsp:sp modelId="{A5C85F5E-A00B-4642-A6F4-2DCDB5304A61}">
      <dsp:nvSpPr>
        <dsp:cNvPr id="0" name=""/>
        <dsp:cNvSpPr/>
      </dsp:nvSpPr>
      <dsp:spPr>
        <a:xfrm>
          <a:off x="0" y="1145944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CD1DC0-022E-4CE4-A238-1E7B125F5F82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2CD8C3-750B-4630-ADB4-52665FBF4160}">
      <dsp:nvSpPr>
        <dsp:cNvPr id="0" name=""/>
        <dsp:cNvSpPr/>
      </dsp:nvSpPr>
      <dsp:spPr>
        <a:xfrm>
          <a:off x="1057183" y="1145944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deliver all ordered items</a:t>
          </a:r>
          <a:r>
            <a:rPr lang="en-US" sz="2200" kern="1200" dirty="0">
              <a:latin typeface="Aptos Display" panose="02110004020202020204"/>
            </a:rPr>
            <a:t> </a:t>
          </a:r>
          <a:endParaRPr lang="en-US" sz="2200" kern="1200" dirty="0"/>
        </a:p>
      </dsp:txBody>
      <dsp:txXfrm>
        <a:off x="1057183" y="1145944"/>
        <a:ext cx="9458416" cy="915310"/>
      </dsp:txXfrm>
    </dsp:sp>
    <dsp:sp modelId="{6E1F978B-73AA-4AF2-9862-E27B1031AF1E}">
      <dsp:nvSpPr>
        <dsp:cNvPr id="0" name=""/>
        <dsp:cNvSpPr/>
      </dsp:nvSpPr>
      <dsp:spPr>
        <a:xfrm>
          <a:off x="0" y="2290082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90EDFB-B009-472B-A170-C6BFC776BF81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DEEB66-3A83-4A6D-83E2-4438F88A4F6E}">
      <dsp:nvSpPr>
        <dsp:cNvPr id="0" name=""/>
        <dsp:cNvSpPr/>
      </dsp:nvSpPr>
      <dsp:spPr>
        <a:xfrm>
          <a:off x="1057183" y="2290082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Better communication with customers regarding latest updates</a:t>
          </a:r>
        </a:p>
      </dsp:txBody>
      <dsp:txXfrm>
        <a:off x="1057183" y="2290082"/>
        <a:ext cx="9458416" cy="915310"/>
      </dsp:txXfrm>
    </dsp:sp>
    <dsp:sp modelId="{4A5DD094-C607-4DDB-BD03-2D0D098F2819}">
      <dsp:nvSpPr>
        <dsp:cNvPr id="0" name=""/>
        <dsp:cNvSpPr/>
      </dsp:nvSpPr>
      <dsp:spPr>
        <a:xfrm>
          <a:off x="0" y="3434221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019462-2E3C-4174-A4F8-0E024C3F38F4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9B2E63-7A80-4715-B1A3-41D22233CC14}">
      <dsp:nvSpPr>
        <dsp:cNvPr id="0" name=""/>
        <dsp:cNvSpPr/>
      </dsp:nvSpPr>
      <dsp:spPr>
        <a:xfrm>
          <a:off x="1057183" y="3434221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Improve quality and good packaging of product</a:t>
          </a:r>
        </a:p>
      </dsp:txBody>
      <dsp:txXfrm>
        <a:off x="1057183" y="3434221"/>
        <a:ext cx="9458416" cy="91531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5858F4-B242-475C-B09A-DD998AF2563F}">
      <dsp:nvSpPr>
        <dsp:cNvPr id="0" name=""/>
        <dsp:cNvSpPr/>
      </dsp:nvSpPr>
      <dsp:spPr>
        <a:xfrm>
          <a:off x="0" y="524133"/>
          <a:ext cx="2918936" cy="185352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03C6D5-0279-435A-9366-F5BEC7A9BAFC}">
      <dsp:nvSpPr>
        <dsp:cNvPr id="0" name=""/>
        <dsp:cNvSpPr/>
      </dsp:nvSpPr>
      <dsp:spPr>
        <a:xfrm>
          <a:off x="324326" y="832243"/>
          <a:ext cx="2918936" cy="185352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57.8 % are highly satisfied</a:t>
          </a:r>
        </a:p>
      </dsp:txBody>
      <dsp:txXfrm>
        <a:off x="378614" y="886531"/>
        <a:ext cx="2810360" cy="1744948"/>
      </dsp:txXfrm>
    </dsp:sp>
    <dsp:sp modelId="{EDF42682-8D02-4258-909D-D39B80B29091}">
      <dsp:nvSpPr>
        <dsp:cNvPr id="0" name=""/>
        <dsp:cNvSpPr/>
      </dsp:nvSpPr>
      <dsp:spPr>
        <a:xfrm>
          <a:off x="3567588" y="524133"/>
          <a:ext cx="2918936" cy="185352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AF71EF-7C0E-450F-AFCF-5404A417088A}">
      <dsp:nvSpPr>
        <dsp:cNvPr id="0" name=""/>
        <dsp:cNvSpPr/>
      </dsp:nvSpPr>
      <dsp:spPr>
        <a:xfrm>
          <a:off x="3891915" y="832243"/>
          <a:ext cx="2918936" cy="185352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8% are neutral</a:t>
          </a:r>
        </a:p>
      </dsp:txBody>
      <dsp:txXfrm>
        <a:off x="3946203" y="886531"/>
        <a:ext cx="2810360" cy="1744948"/>
      </dsp:txXfrm>
    </dsp:sp>
    <dsp:sp modelId="{D0AC7ACF-5E20-410B-887D-65C480AE4D49}">
      <dsp:nvSpPr>
        <dsp:cNvPr id="0" name=""/>
        <dsp:cNvSpPr/>
      </dsp:nvSpPr>
      <dsp:spPr>
        <a:xfrm>
          <a:off x="7135177" y="524133"/>
          <a:ext cx="2918936" cy="185352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E218EF-88EF-4230-AB00-870D0662CC0A}">
      <dsp:nvSpPr>
        <dsp:cNvPr id="0" name=""/>
        <dsp:cNvSpPr/>
      </dsp:nvSpPr>
      <dsp:spPr>
        <a:xfrm>
          <a:off x="7459503" y="832243"/>
          <a:ext cx="2918936" cy="185352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11.4% are unsatisfied</a:t>
          </a:r>
        </a:p>
      </dsp:txBody>
      <dsp:txXfrm>
        <a:off x="7513791" y="886531"/>
        <a:ext cx="2810360" cy="174494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61E442-D035-4D16-831E-0FC7E3AA1B1D}">
      <dsp:nvSpPr>
        <dsp:cNvPr id="0" name=""/>
        <dsp:cNvSpPr/>
      </dsp:nvSpPr>
      <dsp:spPr>
        <a:xfrm>
          <a:off x="0" y="212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55671C-A866-49E3-B89A-1A738B596A50}">
      <dsp:nvSpPr>
        <dsp:cNvPr id="0" name=""/>
        <dsp:cNvSpPr/>
      </dsp:nvSpPr>
      <dsp:spPr>
        <a:xfrm>
          <a:off x="0" y="2124"/>
          <a:ext cx="10515600" cy="1449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Delivery is the main problem.</a:t>
          </a:r>
          <a:r>
            <a:rPr lang="en-US" sz="2900" kern="1200"/>
            <a:t> Of the 1-star orders, 18% were never delivered and 30% arrived late. "Not received" is the top reason in the comments.</a:t>
          </a:r>
        </a:p>
      </dsp:txBody>
      <dsp:txXfrm>
        <a:off x="0" y="2124"/>
        <a:ext cx="10515600" cy="1449029"/>
      </dsp:txXfrm>
    </dsp:sp>
    <dsp:sp modelId="{BEB13D7F-30BC-47D1-AF6B-DE850E82E081}">
      <dsp:nvSpPr>
        <dsp:cNvPr id="0" name=""/>
        <dsp:cNvSpPr/>
      </dsp:nvSpPr>
      <dsp:spPr>
        <a:xfrm>
          <a:off x="0" y="145115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1A085D-562A-4865-A79E-3E0B3E3BC205}">
      <dsp:nvSpPr>
        <dsp:cNvPr id="0" name=""/>
        <dsp:cNvSpPr/>
      </dsp:nvSpPr>
      <dsp:spPr>
        <a:xfrm>
          <a:off x="0" y="1451154"/>
          <a:ext cx="10515600" cy="1449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Late delivery is not the only cause.</a:t>
          </a:r>
          <a:r>
            <a:rPr lang="en-US" sz="2900" kern="1200"/>
            <a:t> 63% of the delivered 1-star orders arrived on time, so wrong items, damaged products, and poor seller service also matter.</a:t>
          </a:r>
        </a:p>
      </dsp:txBody>
      <dsp:txXfrm>
        <a:off x="0" y="1451154"/>
        <a:ext cx="10515600" cy="1449029"/>
      </dsp:txXfrm>
    </dsp:sp>
    <dsp:sp modelId="{164ED218-E382-4DF7-8641-FC6E3E8E3DD6}">
      <dsp:nvSpPr>
        <dsp:cNvPr id="0" name=""/>
        <dsp:cNvSpPr/>
      </dsp:nvSpPr>
      <dsp:spPr>
        <a:xfrm>
          <a:off x="0" y="290018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06A7E4-9AC2-48D1-9B44-10CDB16D8809}">
      <dsp:nvSpPr>
        <dsp:cNvPr id="0" name=""/>
        <dsp:cNvSpPr/>
      </dsp:nvSpPr>
      <dsp:spPr>
        <a:xfrm>
          <a:off x="0" y="2900183"/>
          <a:ext cx="10515600" cy="1449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Early delivery helps.</a:t>
          </a:r>
          <a:r>
            <a:rPr lang="en-US" sz="2900" kern="1200"/>
            <a:t> 5★ reviews go up from about 55% (delivered on the estimated day) to about 64% (8+ days early).</a:t>
          </a:r>
        </a:p>
      </dsp:txBody>
      <dsp:txXfrm>
        <a:off x="0" y="2900183"/>
        <a:ext cx="10515600" cy="14490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9226" y="368754"/>
            <a:ext cx="9833548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Olist</a:t>
            </a:r>
            <a:r>
              <a:rPr lang="en-US" sz="66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 Review </a:t>
            </a:r>
            <a:r>
              <a:rPr lang="en-US" sz="6600" dirty="0">
                <a:solidFill>
                  <a:schemeClr val="tx2"/>
                </a:solidFill>
              </a:rPr>
              <a:t>A</a:t>
            </a:r>
            <a:r>
              <a:rPr lang="en-US" sz="66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nalysis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79226" y="3329677"/>
            <a:ext cx="9833548" cy="245726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chemeClr val="tx2"/>
                </a:solidFill>
              </a:rPr>
              <a:t>Ali Al </a:t>
            </a:r>
            <a:r>
              <a:rPr lang="en-US" sz="4800" dirty="0" err="1">
                <a:solidFill>
                  <a:schemeClr val="tx2"/>
                </a:solidFill>
              </a:rPr>
              <a:t>Bassri</a:t>
            </a:r>
            <a:endParaRPr lang="en-US" sz="4800" dirty="0">
              <a:solidFill>
                <a:schemeClr val="tx2"/>
              </a:solidFill>
            </a:endParaRP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4800" dirty="0" err="1">
                <a:solidFill>
                  <a:schemeClr val="tx2"/>
                </a:solidFill>
              </a:rPr>
              <a:t>S.Qassim</a:t>
            </a:r>
            <a:r>
              <a:rPr lang="en-US" sz="4800" dirty="0">
                <a:solidFill>
                  <a:schemeClr val="tx2"/>
                </a:solidFill>
              </a:rPr>
              <a:t> Mohamed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4800" dirty="0" err="1">
                <a:solidFill>
                  <a:schemeClr val="tx2"/>
                </a:solidFill>
              </a:rPr>
              <a:t>S.Hassan</a:t>
            </a:r>
            <a:r>
              <a:rPr lang="en-US" sz="4800" dirty="0">
                <a:solidFill>
                  <a:schemeClr val="tx2"/>
                </a:solidFill>
              </a:rPr>
              <a:t> Al Hashimi  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48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1F36F7-B606-71D1-925A-7DC5FB7B0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352992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en-US" sz="3600" b="1" dirty="0">
                <a:solidFill>
                  <a:schemeClr val="tx2"/>
                </a:solidFill>
              </a:rPr>
              <a:t>Problem Statement</a:t>
            </a:r>
            <a:endParaRPr lang="en-US" sz="3600" dirty="0">
              <a:solidFill>
                <a:schemeClr val="tx2"/>
              </a:solidFill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970A5-C03C-2061-946F-92C65B845C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600" dirty="0">
                <a:solidFill>
                  <a:schemeClr val="tx2"/>
                </a:solidFill>
              </a:rPr>
              <a:t>Between 2016 and 2018, </a:t>
            </a:r>
            <a:r>
              <a:rPr lang="en-US" sz="3600" dirty="0" err="1">
                <a:solidFill>
                  <a:schemeClr val="tx2"/>
                </a:solidFill>
              </a:rPr>
              <a:t>Olist</a:t>
            </a:r>
            <a:r>
              <a:rPr lang="en-US" sz="3600" dirty="0">
                <a:solidFill>
                  <a:schemeClr val="tx2"/>
                </a:solidFill>
              </a:rPr>
              <a:t> in Brazil kept an average review score of 4.1, which is in the satisfied range. However, 11.5% of customers still gave 1-star reviews. This raises the need to understand what drove these negative experiences and what steps can fix them.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08577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10ACDB-BF6D-C1A7-578A-69534DF35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>
                <a:latin typeface="Arial"/>
                <a:ea typeface="+mj-lt"/>
                <a:cs typeface="Arial"/>
              </a:rPr>
              <a:t>What are the different categories of customer reviews?</a:t>
            </a:r>
            <a:endParaRPr lang="en-US" sz="4800">
              <a:latin typeface="Arial"/>
              <a:cs typeface="Arial"/>
            </a:endParaRPr>
          </a:p>
          <a:p>
            <a:endParaRPr lang="en-US" sz="4800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C9663B2-1ED8-E107-1125-4F4169C0BF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38385639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3770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D3CB409-102D-FE28-0A7E-B8520ABA4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  <a:latin typeface="Arial"/>
                <a:cs typeface="Arial"/>
              </a:rPr>
              <a:t>Are customers satisfied with Olist's products and services?</a:t>
            </a:r>
          </a:p>
          <a:p>
            <a:endParaRPr lang="en-US" sz="360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02B9E1-6887-E48D-E722-3E2E065B80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063" y="804672"/>
            <a:ext cx="6855493" cy="5230368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5400" dirty="0">
                <a:solidFill>
                  <a:schemeClr val="tx2"/>
                </a:solidFill>
                <a:ea typeface="+mn-lt"/>
                <a:cs typeface="+mn-lt"/>
              </a:rPr>
              <a:t>A high percentage of customers are satisfied </a:t>
            </a:r>
            <a:r>
              <a:rPr lang="en-US" sz="5400" dirty="0" err="1">
                <a:solidFill>
                  <a:schemeClr val="tx2"/>
                </a:solidFill>
                <a:ea typeface="+mn-lt"/>
                <a:cs typeface="+mn-lt"/>
              </a:rPr>
              <a:t>Olist's</a:t>
            </a:r>
            <a:r>
              <a:rPr lang="en-US" sz="5400" dirty="0">
                <a:solidFill>
                  <a:schemeClr val="tx2"/>
                </a:solidFill>
                <a:ea typeface="+mn-lt"/>
                <a:cs typeface="+mn-lt"/>
              </a:rPr>
              <a:t> products and services. The overall Avg review score is 4.1.</a:t>
            </a:r>
            <a:endParaRPr lang="en-US" sz="5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2175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65D98-4C27-1AFF-EFD2-E84698C5C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4" y="-527911"/>
            <a:ext cx="9231410" cy="3542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Are we performing well or poorly in terms of customer satisfaction?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EC2FF-CFA1-0A4C-1487-9631A3B33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1" y="3843868"/>
            <a:ext cx="8302104" cy="2051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3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There are efficiency and inefficiency (areas of improvement) in achieving customer satisfaction </a:t>
            </a:r>
          </a:p>
        </p:txBody>
      </p:sp>
    </p:spTree>
    <p:extLst>
      <p:ext uri="{BB962C8B-B14F-4D97-AF65-F5344CB8AC3E}">
        <p14:creationId xmlns:p14="http://schemas.microsoft.com/office/powerpoint/2010/main" val="3949373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E8E8F0-5CFA-2E30-CB47-48CF1DB86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Which KPIs best measure satisfaction; NPS, churn rate, repeat purchases, complaints, or reviews?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22B97-7540-C3FD-EDBC-085AEADD9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7101" y="4078423"/>
            <a:ext cx="4978399" cy="20586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kern="1200" dirty="0">
                <a:latin typeface="+mn-lt"/>
                <a:ea typeface="+mn-ea"/>
                <a:cs typeface="+mn-cs"/>
              </a:rPr>
              <a:t>The Best KPI to measure </a:t>
            </a:r>
            <a:r>
              <a:rPr lang="en-US" sz="2400" dirty="0"/>
              <a:t>customers satisfaction</a:t>
            </a:r>
            <a:r>
              <a:rPr lang="en-US" sz="2400" kern="1200" dirty="0">
                <a:latin typeface="+mn-lt"/>
                <a:ea typeface="+mn-ea"/>
                <a:cs typeface="+mn-cs"/>
              </a:rPr>
              <a:t> is reviews</a:t>
            </a:r>
          </a:p>
        </p:txBody>
      </p:sp>
      <p:pic>
        <p:nvPicPr>
          <p:cNvPr id="7" name="Graphic 6" descr="Gauge">
            <a:extLst>
              <a:ext uri="{FF2B5EF4-FFF2-40B4-BE49-F238E27FC236}">
                <a16:creationId xmlns:a16="http://schemas.microsoft.com/office/drawing/2014/main" id="{59554D7E-13A7-1C12-D24E-84236B9EC5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Gauge">
            <a:extLst>
              <a:ext uri="{FF2B5EF4-FFF2-40B4-BE49-F238E27FC236}">
                <a16:creationId xmlns:a16="http://schemas.microsoft.com/office/drawing/2014/main" id="{02DE7F4F-3782-40D8-87FA-152AEA870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695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D8078-E224-9D7F-665B-2DC2F33C9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Where are highest and least reviews?</a:t>
            </a:r>
            <a:endParaRPr lang="en-US" dirty="0"/>
          </a:p>
        </p:txBody>
      </p:sp>
      <p:pic>
        <p:nvPicPr>
          <p:cNvPr id="5" name="Content Placeholder 3" descr="A bar graph with blue bars&#10;&#10;AI-generated content may be incorrect.">
            <a:extLst>
              <a:ext uri="{FF2B5EF4-FFF2-40B4-BE49-F238E27FC236}">
                <a16:creationId xmlns:a16="http://schemas.microsoft.com/office/drawing/2014/main" id="{F85A1560-EFFB-E13C-F198-E458765375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358" y="1362334"/>
            <a:ext cx="8998493" cy="51685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E86B10-365F-61E6-704E-CE1BD3E5734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6607743"/>
            <a:ext cx="12192000" cy="25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969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3E5C4-2771-5C62-A258-B348C3193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What are the 5 regions of Brazil?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D7BA742C-3BE8-AD92-CC69-D5B7514A741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462058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F97E23-5807-E21F-46B6-6C0D01A39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Demographics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903914E0-8C8E-61BC-1C49-53638583C4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3540460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711143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CEB63-B9CA-73B9-1D20-813E6903F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we improve customer experience and satisfaction? (According to reviews)</a:t>
            </a:r>
          </a:p>
          <a:p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5E3281C-4468-26E9-CDBC-3BC98BAB366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96730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72B25C-C401-D92A-D9AE-C42AE7CA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>
                <a:ea typeface="+mj-lt"/>
                <a:cs typeface="+mj-lt"/>
              </a:rPr>
              <a:t>What percentage of customers are highly satisfied, neutral, or unsatisfied?</a:t>
            </a:r>
            <a:endParaRPr lang="en-US" sz="480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E089458-197D-43AF-B1EC-EE9E6175B3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0359479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971145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A559997-B9C1-A9F2-C77A-BDD567FBDA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0829" y="643466"/>
            <a:ext cx="9127775" cy="5930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AF4E38-D402-15AE-A54C-4F8C8E5E8C74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6607743"/>
            <a:ext cx="12192000" cy="25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1522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6DCF3-9E2D-92AF-5F5C-C4F405BBD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991" y="2299638"/>
            <a:ext cx="7142018" cy="2258724"/>
          </a:xfrm>
        </p:spPr>
        <p:txBody>
          <a:bodyPr>
            <a:noAutofit/>
          </a:bodyPr>
          <a:lstStyle/>
          <a:p>
            <a:r>
              <a:rPr lang="en-US" sz="11200" dirty="0"/>
              <a:t>Ali Al Basri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CD4DAE-E5D9-E52E-A8F4-88F554C478D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6607743"/>
            <a:ext cx="12192000" cy="25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5410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63DC3-F144-B1E5-3A84-331F29137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" dirty="0">
                <a:latin typeface="Arial" panose="020B0604020202020204" pitchFamily="34" charset="0"/>
                <a:cs typeface="Arial" panose="020B0604020202020204" pitchFamily="34" charset="0"/>
              </a:rPr>
              <a:t>How many reviews were given per year or per month?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D661D91-DFB1-DF17-B2BB-65A7ED2D56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5791" y="1357733"/>
            <a:ext cx="5776210" cy="48236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0B02DD-4298-57AF-7552-5A94A8D2E2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931" y="1357733"/>
            <a:ext cx="6007967" cy="486206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21CD4EC-41D8-FFE7-93DC-3ECCBBA1DD0C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0" y="6607743"/>
            <a:ext cx="12192000" cy="25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1124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55AFA-FD0F-E2C6-4C61-55761DB33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" dirty="0"/>
              <a:t>-What is the average customer review score (overall, monthly, or quarterly)?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4F9E7F-324A-B4D2-A079-99CA4B929F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76237"/>
            <a:ext cx="6143724" cy="50166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75854F-F0F9-0D46-F0C2-9F4412F089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057" y="1476237"/>
            <a:ext cx="5729943" cy="519570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F748A3B-6098-A776-665C-4D140716A208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0" y="6607743"/>
            <a:ext cx="12192000" cy="25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6114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3227A-4CB3-C96A-12E9-A854FE28F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200" y="-40792"/>
            <a:ext cx="4573249" cy="4251845"/>
          </a:xfrm>
        </p:spPr>
        <p:txBody>
          <a:bodyPr>
            <a:normAutofit fontScale="90000"/>
          </a:bodyPr>
          <a:lstStyle/>
          <a:p>
            <a:r>
              <a:rPr lang="" dirty="0"/>
              <a:t>Why is there a drop in average satisfaction or reviews in December 2016 and between Oct 2017–Feb 2018?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4AB479-7E64-DF6F-7ED1-C340D958F2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505" y="-3785938"/>
            <a:ext cx="7278517" cy="9913660"/>
          </a:xfrm>
          <a:prstGeom prst="rect">
            <a:avLst/>
          </a:prstGeom>
        </p:spPr>
      </p:pic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9CE61957-7494-1F20-775B-33729D373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11053"/>
            <a:ext cx="50350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0645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A0D8F-47F0-ECEF-8BC9-706E9161F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858" y="914400"/>
            <a:ext cx="12389870" cy="1212370"/>
          </a:xfrm>
        </p:spPr>
        <p:txBody>
          <a:bodyPr>
            <a:normAutofit fontScale="90000"/>
          </a:bodyPr>
          <a:lstStyle/>
          <a:p>
            <a:r>
              <a:rPr lang="" dirty="0"/>
              <a:t>-Why are some customers rating Olist 1 star (high dissatisfaction)?</a:t>
            </a:r>
            <a:br>
              <a:rPr lang="" dirty="0"/>
            </a:b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595B3A5-F490-FCB3-0CD0-740396E8F7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7954" y="1347709"/>
            <a:ext cx="5713391" cy="536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360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BC36-2210-FBBA-5997-3204A4EF8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" dirty="0"/>
              <a:t>-How can we convert "highly unsatisfied" customers into satisfied ones?</a:t>
            </a: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C743FA-2A4C-151F-E21F-31194E85CD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2964" y="1777488"/>
            <a:ext cx="7784655" cy="5080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7208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0EF04-7009-0965-0ADF-E7A49BD8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" dirty="0"/>
              <a:t>-How can we improve 4-star reviews to 5 stars?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4FACA8-0F05-3C94-B2EF-28FA88A948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7906"/>
            <a:ext cx="6096000" cy="49317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9FF21-C3A7-A4D6-D6A7-14DFBDB2A5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017966"/>
            <a:ext cx="5776209" cy="584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5009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517E5-413A-1B9C-6E97-768339A04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64" y="155263"/>
            <a:ext cx="12082072" cy="1325563"/>
          </a:xfrm>
        </p:spPr>
        <p:txBody>
          <a:bodyPr>
            <a:noAutofit/>
          </a:bodyPr>
          <a:lstStyle/>
          <a:p>
            <a:r>
              <a:rPr lang="" sz="3600" dirty="0"/>
              <a:t>-What categories or sellers are linked to low review scores?</a:t>
            </a:r>
            <a:br>
              <a:rPr lang="" sz="3600" dirty="0"/>
            </a:br>
            <a:endParaRPr lang="LID4096" sz="36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FE663A2-539D-DFFB-6978-8BC890619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300" y="1078024"/>
            <a:ext cx="10747559" cy="5779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5815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E6AF4E-1436-A2D9-4A36-678D9080A2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226" y="333531"/>
            <a:ext cx="11825547" cy="619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7700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3B9CB-47BD-FD6F-3233-8128E57FE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" dirty="0"/>
              <a:t>Are there patterns of low satisfaction in specific months, categories, or sellers?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A83806-EF77-B6C8-DB29-63F58632AB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9711" y="1857021"/>
            <a:ext cx="9052578" cy="428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925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9BCBD-A2BC-FC36-0E2C-8D58FDAE3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" dirty="0"/>
              <a:t>How many customers are satisfied despite late deliveries, and how many are not?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E21920C-7A3D-1482-1C6C-07C5A7FFF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1103" y="1948462"/>
            <a:ext cx="5129794" cy="410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3300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7666C-C1FA-CC92-711B-84A90392D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" dirty="0"/>
              <a:t>Does late delivery cause low reviews, or are there other factors involved?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797DBD7-79B6-A564-B109-00E198E054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9028" y="1491916"/>
            <a:ext cx="5696797" cy="536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2871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26A74-773F-47AA-B96B-C0F034642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" dirty="0"/>
              <a:t>What are the top 5 most common negative keywords in 1-star reviews?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7F0D998-7532-16AA-6BFF-A0F33CFE64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275" y="1336260"/>
            <a:ext cx="7529449" cy="53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1602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BACA58-6BF9-02FA-DDA2-1BEA90D2EC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485" y="170482"/>
            <a:ext cx="12052515" cy="6259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9529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9EF7D-05A6-A8C8-7DA7-CE19B0546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5243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" dirty="0"/>
              <a:t>Do customers who gave a 1- or 2-star review ever make a repeat purchase, 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8F5F92-2F5F-7212-710F-FDD23AC2DD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108" y="1182864"/>
            <a:ext cx="6521636" cy="5675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0667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F3937-366E-4BD4-E481-B713F5AED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E010D-09FA-1A18-AEC0-530491565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50" y="2299638"/>
            <a:ext cx="5067300" cy="2258724"/>
          </a:xfrm>
        </p:spPr>
        <p:txBody>
          <a:bodyPr>
            <a:noAutofit/>
          </a:bodyPr>
          <a:lstStyle/>
          <a:p>
            <a:r>
              <a:rPr lang="" sz="9600" dirty="0"/>
              <a:t>S.Qassim</a:t>
            </a:r>
            <a:endParaRPr lang="en-US" sz="1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AF7BA9-EE98-9ABF-651E-066731D2F9E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6607743"/>
            <a:ext cx="12192000" cy="25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9529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20BFA-7053-3A0C-7BCE-A58FC31DB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Which states or regions have the highest and lowest average satisfaction?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C4E7B74-7164-F9D3-BE3C-9D964A0B96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2828" y="1452264"/>
            <a:ext cx="5772225" cy="5405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5662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21EC9-425C-E3B6-7937-9FED96FA1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does Rio de Janeiro have a lower average compared to its neighboring states?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4B911E6-321F-9963-56EF-503D794FDD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3799" y="1485647"/>
            <a:ext cx="6300622" cy="53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5292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26D37-35AF-27B3-F406-D3B1CDC31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Which sellers or marketplaces have the lowest satisfaction scores?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7B3FEB6-05CB-3F43-297E-0D500417B6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543" y="1349786"/>
            <a:ext cx="6852551" cy="5508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3377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992C0-7CEF-3ACA-B0E3-8B0984390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does shipping or delivery performance affect satisfaction?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715135-527B-893F-A673-BA6CD990E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8382" y="1235242"/>
            <a:ext cx="6544132" cy="5622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5290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287C5-F60E-023F-3A65-8C12AD9DB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85" y="81281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What are the average lateness days per order, and in which categories?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F90A57-2CDE-25D9-67DF-2FF8305DA8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06844"/>
            <a:ext cx="10515600" cy="5369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8713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C34A7-DE0C-90A9-BD84-D5ED6C586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 dirty="0"/>
              <a:t>Which categories have the highest count of late deliveries?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FB2E07F-AF42-5830-1768-1790FD4298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84" y="1168177"/>
            <a:ext cx="11321716" cy="5689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1380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68E2F-4337-F4BC-7F96-E63F5D54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Which categories have the highest and lowest satisfaction rates (in % terms)?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567AEFE-06AB-2BD1-963A-9E35E4CDF2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683" y="1491916"/>
            <a:ext cx="12090115" cy="5366084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32EB959-7936-85B5-EF3B-B2EE761D8954}"/>
              </a:ext>
            </a:extLst>
          </p:cNvPr>
          <p:cNvCxnSpPr>
            <a:cxnSpLocks/>
          </p:cNvCxnSpPr>
          <p:nvPr/>
        </p:nvCxnSpPr>
        <p:spPr>
          <a:xfrm flipH="1">
            <a:off x="838200" y="4077696"/>
            <a:ext cx="11123951" cy="0"/>
          </a:xfrm>
          <a:prstGeom prst="line">
            <a:avLst/>
          </a:prstGeom>
          <a:ln w="60325">
            <a:solidFill>
              <a:schemeClr val="tx1">
                <a:lumMod val="95000"/>
                <a:lumOff val="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74194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36A8B-8B96-D453-ABF8-39295D189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100" dirty="0"/>
              <a:t>Does delivering earlier than the estimated delivery date significantly increase 5-star ratings, or is on-time delivery sufficient?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0BA543-1638-241A-991D-95E1B99932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206755"/>
            <a:ext cx="11617377" cy="565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9024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22F06-699E-CE07-BD4B-81A875373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Conclusion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8BC6B4F-6E59-1A0C-281F-18F32648933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816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11345B-4485-51F4-1526-BFD790BEA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6600" y="1194096"/>
            <a:ext cx="5716615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9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pic>
        <p:nvPicPr>
          <p:cNvPr id="6" name="Graphic 5" descr="Smiling Face with No Fill">
            <a:extLst>
              <a:ext uri="{FF2B5EF4-FFF2-40B4-BE49-F238E27FC236}">
                <a16:creationId xmlns:a16="http://schemas.microsoft.com/office/drawing/2014/main" id="{5B0B189D-B66E-845A-E8C1-C80367240B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8" name="Graphic 7" descr="Smiling Face with No Fill">
            <a:extLst>
              <a:ext uri="{FF2B5EF4-FFF2-40B4-BE49-F238E27FC236}">
                <a16:creationId xmlns:a16="http://schemas.microsoft.com/office/drawing/2014/main" id="{11DC39CE-9695-41EF-ACA8-28E894DCC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2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450</TotalTime>
  <Words>688</Words>
  <Application>Microsoft Office PowerPoint</Application>
  <PresentationFormat>Widescreen</PresentationFormat>
  <Paragraphs>63</Paragraphs>
  <Slides>38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39" baseType="lpstr">
      <vt:lpstr>Office Theme</vt:lpstr>
      <vt:lpstr>Olist Review Analysis</vt:lpstr>
      <vt:lpstr>Problem Statement</vt:lpstr>
      <vt:lpstr>What are the different categories of customer reviews? </vt:lpstr>
      <vt:lpstr>Are customers satisfied with Olist's products and services? </vt:lpstr>
      <vt:lpstr>Are we performing well or poorly in terms of customer satisfaction?</vt:lpstr>
      <vt:lpstr>Which KPIs best measure satisfaction; NPS, churn rate, repeat purchases, complaints, or reviews?</vt:lpstr>
      <vt:lpstr>Where are highest and least reviews?</vt:lpstr>
      <vt:lpstr>What are the 5 regions of Brazil? </vt:lpstr>
      <vt:lpstr>Demographics</vt:lpstr>
      <vt:lpstr>how can we improve customer experience and satisfaction? (According to reviews) </vt:lpstr>
      <vt:lpstr>What percentage of customers are highly satisfied, neutral, or unsatisfied?</vt:lpstr>
      <vt:lpstr>PowerPoint Presentation</vt:lpstr>
      <vt:lpstr>Ali Al Basri</vt:lpstr>
      <vt:lpstr>How many reviews were given per year or per month? </vt:lpstr>
      <vt:lpstr>-What is the average customer review score (overall, monthly, or quarterly)? </vt:lpstr>
      <vt:lpstr>Why is there a drop in average satisfaction or reviews in December 2016 and between Oct 2017–Feb 2018? </vt:lpstr>
      <vt:lpstr>-Why are some customers rating Olist 1 star (high dissatisfaction)?  </vt:lpstr>
      <vt:lpstr>-How can we convert "highly unsatisfied" customers into satisfied ones?</vt:lpstr>
      <vt:lpstr>-How can we improve 4-star reviews to 5 stars? </vt:lpstr>
      <vt:lpstr>-What categories or sellers are linked to low review scores? </vt:lpstr>
      <vt:lpstr>PowerPoint Presentation</vt:lpstr>
      <vt:lpstr>Are there patterns of low satisfaction in specific months, categories, or sellers? </vt:lpstr>
      <vt:lpstr>How many customers are satisfied despite late deliveries, and how many are not? </vt:lpstr>
      <vt:lpstr>Does late delivery cause low reviews, or are there other factors involved? </vt:lpstr>
      <vt:lpstr>What are the top 5 most common negative keywords in 1-star reviews? </vt:lpstr>
      <vt:lpstr>PowerPoint Presentation</vt:lpstr>
      <vt:lpstr>Do customers who gave a 1- or 2-star review ever make a repeat purchase,  </vt:lpstr>
      <vt:lpstr>S.Qassim</vt:lpstr>
      <vt:lpstr>Which states or regions have the highest and lowest average satisfaction? </vt:lpstr>
      <vt:lpstr>Why does Rio de Janeiro have a lower average compared to its neighboring states? </vt:lpstr>
      <vt:lpstr>Which sellers or marketplaces have the lowest satisfaction scores? </vt:lpstr>
      <vt:lpstr>How does shipping or delivery performance affect satisfaction? </vt:lpstr>
      <vt:lpstr>What are the average lateness days per order, and in which categories?</vt:lpstr>
      <vt:lpstr>Which categories have the highest count of late deliveries? </vt:lpstr>
      <vt:lpstr>Which categories have the highest and lowest satisfaction rates (in % terms)? </vt:lpstr>
      <vt:lpstr>Does delivering earlier than the estimated delivery date significantly increase 5-star ratings, or is on-time delivery sufficient? </vt:lpstr>
      <vt:lpstr>Conclusion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Ali</cp:lastModifiedBy>
  <cp:revision>215</cp:revision>
  <dcterms:created xsi:type="dcterms:W3CDTF">2026-10-04T08:12:38Z</dcterms:created>
  <dcterms:modified xsi:type="dcterms:W3CDTF">2026-10-05T07:13:10Z</dcterms:modified>
</cp:coreProperties>
</file>